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45" r:id="rId2"/>
    <p:sldId id="339" r:id="rId3"/>
    <p:sldId id="258" r:id="rId4"/>
    <p:sldId id="303" r:id="rId5"/>
    <p:sldId id="305" r:id="rId6"/>
    <p:sldId id="340" r:id="rId7"/>
    <p:sldId id="261" r:id="rId8"/>
    <p:sldId id="264" r:id="rId9"/>
    <p:sldId id="304" r:id="rId10"/>
    <p:sldId id="772" r:id="rId11"/>
    <p:sldId id="650" r:id="rId12"/>
    <p:sldId id="827" r:id="rId13"/>
    <p:sldId id="651" r:id="rId14"/>
    <p:sldId id="306" r:id="rId15"/>
    <p:sldId id="771" r:id="rId16"/>
    <p:sldId id="808" r:id="rId17"/>
    <p:sldId id="315" r:id="rId18"/>
    <p:sldId id="82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92CB5-8D02-4783-BD93-828D3B4C5D3F}" v="11" dt="2024-01-19T20:57:04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322" autoAdjust="0"/>
  </p:normalViewPr>
  <p:slideViewPr>
    <p:cSldViewPr snapToGrid="0">
      <p:cViewPr varScale="1">
        <p:scale>
          <a:sx n="103" d="100"/>
          <a:sy n="103" d="100"/>
        </p:scale>
        <p:origin x="936" y="176"/>
      </p:cViewPr>
      <p:guideLst/>
    </p:cSldViewPr>
  </p:slideViewPr>
  <p:outlineViewPr>
    <p:cViewPr>
      <p:scale>
        <a:sx n="33" d="100"/>
        <a:sy n="33" d="100"/>
      </p:scale>
      <p:origin x="0" y="-465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34D908-AE7B-44AD-A444-5D6BD980B6F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CAAF9FB-913C-4E50-BA92-865FCFC0370A}">
      <dgm:prSet/>
      <dgm:spPr/>
      <dgm:t>
        <a:bodyPr/>
        <a:lstStyle/>
        <a:p>
          <a:r>
            <a:rPr lang="en-US"/>
            <a:t>Students are required to attend 100% classes of courses registered and </a:t>
          </a:r>
          <a:r>
            <a:rPr lang="en-US" b="1"/>
            <a:t>can not abstain from even a single class</a:t>
          </a:r>
          <a:r>
            <a:rPr lang="en-US"/>
            <a:t>.</a:t>
          </a:r>
        </a:p>
      </dgm:t>
    </dgm:pt>
    <dgm:pt modelId="{548402DD-D73C-481B-B1C0-2384C3F942F1}" type="parTrans" cxnId="{C0376031-7F36-4C63-A150-98DFA82724AE}">
      <dgm:prSet/>
      <dgm:spPr/>
      <dgm:t>
        <a:bodyPr/>
        <a:lstStyle/>
        <a:p>
          <a:endParaRPr lang="en-US"/>
        </a:p>
      </dgm:t>
    </dgm:pt>
    <dgm:pt modelId="{AEEBBCDE-8810-4BA8-A17D-8639673001AA}" type="sibTrans" cxnId="{C0376031-7F36-4C63-A150-98DFA82724AE}">
      <dgm:prSet/>
      <dgm:spPr/>
      <dgm:t>
        <a:bodyPr/>
        <a:lstStyle/>
        <a:p>
          <a:endParaRPr lang="en-US"/>
        </a:p>
      </dgm:t>
    </dgm:pt>
    <dgm:pt modelId="{A36ABC92-82A2-4123-9B1D-6A40D3252401}">
      <dgm:prSet/>
      <dgm:spPr/>
      <dgm:t>
        <a:bodyPr/>
        <a:lstStyle/>
        <a:p>
          <a:r>
            <a:rPr lang="en-US"/>
            <a:t>For circumstances beyond their control, students must apply for leave on prescribed Leave Application form. </a:t>
          </a:r>
        </a:p>
      </dgm:t>
    </dgm:pt>
    <dgm:pt modelId="{3FA48C99-CEB0-4F39-A150-11926C935BA2}" type="parTrans" cxnId="{FAFF1315-5AED-4CF3-B52A-E36CE20DED10}">
      <dgm:prSet/>
      <dgm:spPr/>
      <dgm:t>
        <a:bodyPr/>
        <a:lstStyle/>
        <a:p>
          <a:endParaRPr lang="en-US"/>
        </a:p>
      </dgm:t>
    </dgm:pt>
    <dgm:pt modelId="{B2E6516E-36EC-4EDA-910B-135742181830}" type="sibTrans" cxnId="{FAFF1315-5AED-4CF3-B52A-E36CE20DED10}">
      <dgm:prSet/>
      <dgm:spPr/>
      <dgm:t>
        <a:bodyPr/>
        <a:lstStyle/>
        <a:p>
          <a:endParaRPr lang="en-US"/>
        </a:p>
      </dgm:t>
    </dgm:pt>
    <dgm:pt modelId="{E01BF99A-3116-4F73-8673-AD6F4B4AAB05}" type="pres">
      <dgm:prSet presAssocID="{B334D908-AE7B-44AD-A444-5D6BD980B6F6}" presName="root" presStyleCnt="0">
        <dgm:presLayoutVars>
          <dgm:dir/>
          <dgm:resizeHandles val="exact"/>
        </dgm:presLayoutVars>
      </dgm:prSet>
      <dgm:spPr/>
    </dgm:pt>
    <dgm:pt modelId="{C684CF92-F37C-4361-B82E-A4C56BAA8A65}" type="pres">
      <dgm:prSet presAssocID="{9CAAF9FB-913C-4E50-BA92-865FCFC0370A}" presName="compNode" presStyleCnt="0"/>
      <dgm:spPr/>
    </dgm:pt>
    <dgm:pt modelId="{7C9D945B-26C2-48A7-90A9-5C4656305DDB}" type="pres">
      <dgm:prSet presAssocID="{9CAAF9FB-913C-4E50-BA92-865FCFC0370A}" presName="bgRect" presStyleLbl="bgShp" presStyleIdx="0" presStyleCnt="2"/>
      <dgm:spPr/>
    </dgm:pt>
    <dgm:pt modelId="{65B04092-5AB2-49E5-B633-0AF343719D09}" type="pres">
      <dgm:prSet presAssocID="{9CAAF9FB-913C-4E50-BA92-865FCFC0370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5CC8D01D-AA66-41B7-86F7-D83CA8C53D2F}" type="pres">
      <dgm:prSet presAssocID="{9CAAF9FB-913C-4E50-BA92-865FCFC0370A}" presName="spaceRect" presStyleCnt="0"/>
      <dgm:spPr/>
    </dgm:pt>
    <dgm:pt modelId="{85B83FF2-8D94-4810-A552-FB6EB5A78342}" type="pres">
      <dgm:prSet presAssocID="{9CAAF9FB-913C-4E50-BA92-865FCFC0370A}" presName="parTx" presStyleLbl="revTx" presStyleIdx="0" presStyleCnt="2">
        <dgm:presLayoutVars>
          <dgm:chMax val="0"/>
          <dgm:chPref val="0"/>
        </dgm:presLayoutVars>
      </dgm:prSet>
      <dgm:spPr/>
    </dgm:pt>
    <dgm:pt modelId="{E161FD51-977B-490E-A1B4-22D7CFB8B449}" type="pres">
      <dgm:prSet presAssocID="{AEEBBCDE-8810-4BA8-A17D-8639673001AA}" presName="sibTrans" presStyleCnt="0"/>
      <dgm:spPr/>
    </dgm:pt>
    <dgm:pt modelId="{B1779D36-8963-46AD-BF2E-94E787471269}" type="pres">
      <dgm:prSet presAssocID="{A36ABC92-82A2-4123-9B1D-6A40D3252401}" presName="compNode" presStyleCnt="0"/>
      <dgm:spPr/>
    </dgm:pt>
    <dgm:pt modelId="{56579B86-774F-4B6D-9299-D407737D0C2F}" type="pres">
      <dgm:prSet presAssocID="{A36ABC92-82A2-4123-9B1D-6A40D3252401}" presName="bgRect" presStyleLbl="bgShp" presStyleIdx="1" presStyleCnt="2"/>
      <dgm:spPr/>
    </dgm:pt>
    <dgm:pt modelId="{CD4F4C0A-9429-4605-8EA8-961D7ADB0C2F}" type="pres">
      <dgm:prSet presAssocID="{A36ABC92-82A2-4123-9B1D-6A40D325240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80A10D59-4BA2-4A7D-BF6D-B0955960146F}" type="pres">
      <dgm:prSet presAssocID="{A36ABC92-82A2-4123-9B1D-6A40D3252401}" presName="spaceRect" presStyleCnt="0"/>
      <dgm:spPr/>
    </dgm:pt>
    <dgm:pt modelId="{4772147A-1656-4E52-81FD-273DADA8AE65}" type="pres">
      <dgm:prSet presAssocID="{A36ABC92-82A2-4123-9B1D-6A40D325240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5CBA103-351D-4795-A38E-162FEFC79901}" type="presOf" srcId="{B334D908-AE7B-44AD-A444-5D6BD980B6F6}" destId="{E01BF99A-3116-4F73-8673-AD6F4B4AAB05}" srcOrd="0" destOrd="0" presId="urn:microsoft.com/office/officeart/2018/2/layout/IconVerticalSolidList"/>
    <dgm:cxn modelId="{FAFF1315-5AED-4CF3-B52A-E36CE20DED10}" srcId="{B334D908-AE7B-44AD-A444-5D6BD980B6F6}" destId="{A36ABC92-82A2-4123-9B1D-6A40D3252401}" srcOrd="1" destOrd="0" parTransId="{3FA48C99-CEB0-4F39-A150-11926C935BA2}" sibTransId="{B2E6516E-36EC-4EDA-910B-135742181830}"/>
    <dgm:cxn modelId="{C0376031-7F36-4C63-A150-98DFA82724AE}" srcId="{B334D908-AE7B-44AD-A444-5D6BD980B6F6}" destId="{9CAAF9FB-913C-4E50-BA92-865FCFC0370A}" srcOrd="0" destOrd="0" parTransId="{548402DD-D73C-481B-B1C0-2384C3F942F1}" sibTransId="{AEEBBCDE-8810-4BA8-A17D-8639673001AA}"/>
    <dgm:cxn modelId="{F76E4749-AE94-4035-9109-935551FF3F10}" type="presOf" srcId="{A36ABC92-82A2-4123-9B1D-6A40D3252401}" destId="{4772147A-1656-4E52-81FD-273DADA8AE65}" srcOrd="0" destOrd="0" presId="urn:microsoft.com/office/officeart/2018/2/layout/IconVerticalSolidList"/>
    <dgm:cxn modelId="{4F906B73-30ED-472E-B80E-9DD152AB183C}" type="presOf" srcId="{9CAAF9FB-913C-4E50-BA92-865FCFC0370A}" destId="{85B83FF2-8D94-4810-A552-FB6EB5A78342}" srcOrd="0" destOrd="0" presId="urn:microsoft.com/office/officeart/2018/2/layout/IconVerticalSolidList"/>
    <dgm:cxn modelId="{40BF4A46-E42F-4F09-B440-DDFF1F3CFBB8}" type="presParOf" srcId="{E01BF99A-3116-4F73-8673-AD6F4B4AAB05}" destId="{C684CF92-F37C-4361-B82E-A4C56BAA8A65}" srcOrd="0" destOrd="0" presId="urn:microsoft.com/office/officeart/2018/2/layout/IconVerticalSolidList"/>
    <dgm:cxn modelId="{4536E9A3-7EF7-4547-84B0-3F711F4607DE}" type="presParOf" srcId="{C684CF92-F37C-4361-B82E-A4C56BAA8A65}" destId="{7C9D945B-26C2-48A7-90A9-5C4656305DDB}" srcOrd="0" destOrd="0" presId="urn:microsoft.com/office/officeart/2018/2/layout/IconVerticalSolidList"/>
    <dgm:cxn modelId="{2AFCD310-D417-4341-8F2C-61E0552CEB8C}" type="presParOf" srcId="{C684CF92-F37C-4361-B82E-A4C56BAA8A65}" destId="{65B04092-5AB2-49E5-B633-0AF343719D09}" srcOrd="1" destOrd="0" presId="urn:microsoft.com/office/officeart/2018/2/layout/IconVerticalSolidList"/>
    <dgm:cxn modelId="{0FA709DC-7782-4F7F-B58B-6750790C82A7}" type="presParOf" srcId="{C684CF92-F37C-4361-B82E-A4C56BAA8A65}" destId="{5CC8D01D-AA66-41B7-86F7-D83CA8C53D2F}" srcOrd="2" destOrd="0" presId="urn:microsoft.com/office/officeart/2018/2/layout/IconVerticalSolidList"/>
    <dgm:cxn modelId="{376BD601-A04F-4EA4-B682-02EB54D24FBC}" type="presParOf" srcId="{C684CF92-F37C-4361-B82E-A4C56BAA8A65}" destId="{85B83FF2-8D94-4810-A552-FB6EB5A78342}" srcOrd="3" destOrd="0" presId="urn:microsoft.com/office/officeart/2018/2/layout/IconVerticalSolidList"/>
    <dgm:cxn modelId="{85B75639-B8C2-462E-9A2F-E64D86C2DD5C}" type="presParOf" srcId="{E01BF99A-3116-4F73-8673-AD6F4B4AAB05}" destId="{E161FD51-977B-490E-A1B4-22D7CFB8B449}" srcOrd="1" destOrd="0" presId="urn:microsoft.com/office/officeart/2018/2/layout/IconVerticalSolidList"/>
    <dgm:cxn modelId="{124D4B36-98CF-4774-80DB-33D6B15289B0}" type="presParOf" srcId="{E01BF99A-3116-4F73-8673-AD6F4B4AAB05}" destId="{B1779D36-8963-46AD-BF2E-94E787471269}" srcOrd="2" destOrd="0" presId="urn:microsoft.com/office/officeart/2018/2/layout/IconVerticalSolidList"/>
    <dgm:cxn modelId="{0296F9A6-BA92-4BDD-842C-FD8DED91CE55}" type="presParOf" srcId="{B1779D36-8963-46AD-BF2E-94E787471269}" destId="{56579B86-774F-4B6D-9299-D407737D0C2F}" srcOrd="0" destOrd="0" presId="urn:microsoft.com/office/officeart/2018/2/layout/IconVerticalSolidList"/>
    <dgm:cxn modelId="{7F041945-1A79-4D38-B945-83CE71BE795C}" type="presParOf" srcId="{B1779D36-8963-46AD-BF2E-94E787471269}" destId="{CD4F4C0A-9429-4605-8EA8-961D7ADB0C2F}" srcOrd="1" destOrd="0" presId="urn:microsoft.com/office/officeart/2018/2/layout/IconVerticalSolidList"/>
    <dgm:cxn modelId="{E244A479-2B9D-47E8-A348-250126C53090}" type="presParOf" srcId="{B1779D36-8963-46AD-BF2E-94E787471269}" destId="{80A10D59-4BA2-4A7D-BF6D-B0955960146F}" srcOrd="2" destOrd="0" presId="urn:microsoft.com/office/officeart/2018/2/layout/IconVerticalSolidList"/>
    <dgm:cxn modelId="{DED5986B-025D-4D5A-8BC4-F05D9F85F5D5}" type="presParOf" srcId="{B1779D36-8963-46AD-BF2E-94E787471269}" destId="{4772147A-1656-4E52-81FD-273DADA8AE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30AD0D-983D-4543-B1D2-7A89A6D38C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A55FF7-0BD7-4360-8AC0-DE05E728867A}">
      <dgm:prSet/>
      <dgm:spPr/>
      <dgm:t>
        <a:bodyPr/>
        <a:lstStyle/>
        <a:p>
          <a:r>
            <a:rPr lang="en-GB"/>
            <a:t>3 announced quizzes</a:t>
          </a:r>
          <a:endParaRPr lang="en-US"/>
        </a:p>
      </dgm:t>
    </dgm:pt>
    <dgm:pt modelId="{1A5F0D72-CB1D-4564-B466-8BF820443E4D}" type="parTrans" cxnId="{8D15A922-2EC5-46EA-8712-92B8C16410C9}">
      <dgm:prSet/>
      <dgm:spPr/>
      <dgm:t>
        <a:bodyPr/>
        <a:lstStyle/>
        <a:p>
          <a:endParaRPr lang="en-US"/>
        </a:p>
      </dgm:t>
    </dgm:pt>
    <dgm:pt modelId="{78C50589-5E8F-4AC9-97CD-F1982B511907}" type="sibTrans" cxnId="{8D15A922-2EC5-46EA-8712-92B8C16410C9}">
      <dgm:prSet/>
      <dgm:spPr/>
      <dgm:t>
        <a:bodyPr/>
        <a:lstStyle/>
        <a:p>
          <a:endParaRPr lang="en-US"/>
        </a:p>
      </dgm:t>
    </dgm:pt>
    <dgm:pt modelId="{9108C307-975E-4F94-BC34-54544C3DD3D7}">
      <dgm:prSet/>
      <dgm:spPr/>
      <dgm:t>
        <a:bodyPr/>
        <a:lstStyle/>
        <a:p>
          <a:r>
            <a:rPr lang="en-GB"/>
            <a:t>4</a:t>
          </a:r>
          <a:r>
            <a:rPr lang="en-GB" baseline="30000"/>
            <a:t>th</a:t>
          </a:r>
          <a:r>
            <a:rPr lang="en-GB"/>
            <a:t> week</a:t>
          </a:r>
          <a:endParaRPr lang="en-US"/>
        </a:p>
      </dgm:t>
    </dgm:pt>
    <dgm:pt modelId="{92A504A3-9168-4D6B-AD66-69B10B27B88B}" type="parTrans" cxnId="{31859503-49F1-4384-9617-7D87FD92C054}">
      <dgm:prSet/>
      <dgm:spPr/>
      <dgm:t>
        <a:bodyPr/>
        <a:lstStyle/>
        <a:p>
          <a:endParaRPr lang="en-US"/>
        </a:p>
      </dgm:t>
    </dgm:pt>
    <dgm:pt modelId="{43A9566F-90B5-4963-A623-F3F3535FF708}" type="sibTrans" cxnId="{31859503-49F1-4384-9617-7D87FD92C054}">
      <dgm:prSet/>
      <dgm:spPr/>
      <dgm:t>
        <a:bodyPr/>
        <a:lstStyle/>
        <a:p>
          <a:endParaRPr lang="en-US"/>
        </a:p>
      </dgm:t>
    </dgm:pt>
    <dgm:pt modelId="{715AF35D-B9DC-4FB4-9379-3E00BD75821B}">
      <dgm:prSet/>
      <dgm:spPr/>
      <dgm:t>
        <a:bodyPr/>
        <a:lstStyle/>
        <a:p>
          <a:r>
            <a:rPr lang="en-GB"/>
            <a:t>7</a:t>
          </a:r>
          <a:r>
            <a:rPr lang="en-GB" baseline="30000"/>
            <a:t>th</a:t>
          </a:r>
          <a:r>
            <a:rPr lang="en-GB"/>
            <a:t> week</a:t>
          </a:r>
          <a:endParaRPr lang="en-US"/>
        </a:p>
      </dgm:t>
    </dgm:pt>
    <dgm:pt modelId="{6E3F0AC8-7651-4704-ACFA-EEF93F916466}" type="parTrans" cxnId="{73FAD310-AC73-4A08-A38A-7922CBB36505}">
      <dgm:prSet/>
      <dgm:spPr/>
      <dgm:t>
        <a:bodyPr/>
        <a:lstStyle/>
        <a:p>
          <a:endParaRPr lang="en-US"/>
        </a:p>
      </dgm:t>
    </dgm:pt>
    <dgm:pt modelId="{DD95FF52-68A8-4278-92FF-552A767D058A}" type="sibTrans" cxnId="{73FAD310-AC73-4A08-A38A-7922CBB36505}">
      <dgm:prSet/>
      <dgm:spPr/>
      <dgm:t>
        <a:bodyPr/>
        <a:lstStyle/>
        <a:p>
          <a:endParaRPr lang="en-US"/>
        </a:p>
      </dgm:t>
    </dgm:pt>
    <dgm:pt modelId="{88CB8453-679D-41A1-B7C1-35AD7C7D853F}">
      <dgm:prSet/>
      <dgm:spPr/>
      <dgm:t>
        <a:bodyPr/>
        <a:lstStyle/>
        <a:p>
          <a:r>
            <a:rPr lang="en-GB"/>
            <a:t>14</a:t>
          </a:r>
          <a:r>
            <a:rPr lang="en-GB" baseline="30000"/>
            <a:t>th</a:t>
          </a:r>
          <a:r>
            <a:rPr lang="en-GB"/>
            <a:t> week</a:t>
          </a:r>
          <a:endParaRPr lang="en-US"/>
        </a:p>
      </dgm:t>
    </dgm:pt>
    <dgm:pt modelId="{90F72379-1EA8-4D66-981D-40B9A477A868}" type="parTrans" cxnId="{0FA92599-AD11-4829-92D4-BD7FCBBADECF}">
      <dgm:prSet/>
      <dgm:spPr/>
      <dgm:t>
        <a:bodyPr/>
        <a:lstStyle/>
        <a:p>
          <a:endParaRPr lang="en-US"/>
        </a:p>
      </dgm:t>
    </dgm:pt>
    <dgm:pt modelId="{2E37C878-3671-4729-8448-6D254DD8565B}" type="sibTrans" cxnId="{0FA92599-AD11-4829-92D4-BD7FCBBADECF}">
      <dgm:prSet/>
      <dgm:spPr/>
      <dgm:t>
        <a:bodyPr/>
        <a:lstStyle/>
        <a:p>
          <a:endParaRPr lang="en-US"/>
        </a:p>
      </dgm:t>
    </dgm:pt>
    <dgm:pt modelId="{852E3609-D5C6-436B-B61C-8DA7DA6C3827}">
      <dgm:prSet/>
      <dgm:spPr/>
      <dgm:t>
        <a:bodyPr/>
        <a:lstStyle/>
        <a:p>
          <a:r>
            <a:rPr lang="en-GB"/>
            <a:t>2 unannounced quiz</a:t>
          </a:r>
          <a:endParaRPr lang="en-US"/>
        </a:p>
      </dgm:t>
    </dgm:pt>
    <dgm:pt modelId="{FF729B7D-F8A1-4185-B8A6-2C904E117485}" type="parTrans" cxnId="{2129719F-F920-447A-BE73-22F4AC85312F}">
      <dgm:prSet/>
      <dgm:spPr/>
      <dgm:t>
        <a:bodyPr/>
        <a:lstStyle/>
        <a:p>
          <a:endParaRPr lang="en-US"/>
        </a:p>
      </dgm:t>
    </dgm:pt>
    <dgm:pt modelId="{203ED403-849A-4FD3-A7FB-9C074BE029B1}" type="sibTrans" cxnId="{2129719F-F920-447A-BE73-22F4AC85312F}">
      <dgm:prSet/>
      <dgm:spPr/>
      <dgm:t>
        <a:bodyPr/>
        <a:lstStyle/>
        <a:p>
          <a:endParaRPr lang="en-US"/>
        </a:p>
      </dgm:t>
    </dgm:pt>
    <dgm:pt modelId="{6FFF15C1-6E35-4D60-96E7-0E50D16884D8}" type="pres">
      <dgm:prSet presAssocID="{1A30AD0D-983D-4543-B1D2-7A89A6D38C49}" presName="root" presStyleCnt="0">
        <dgm:presLayoutVars>
          <dgm:dir/>
          <dgm:resizeHandles val="exact"/>
        </dgm:presLayoutVars>
      </dgm:prSet>
      <dgm:spPr/>
    </dgm:pt>
    <dgm:pt modelId="{674B9C9D-4D0C-4F7E-95EA-C55BBD867A1A}" type="pres">
      <dgm:prSet presAssocID="{47A55FF7-0BD7-4360-8AC0-DE05E728867A}" presName="compNode" presStyleCnt="0"/>
      <dgm:spPr/>
    </dgm:pt>
    <dgm:pt modelId="{BF41179B-F179-4525-8181-8DC9D4E96791}" type="pres">
      <dgm:prSet presAssocID="{47A55FF7-0BD7-4360-8AC0-DE05E728867A}" presName="bgRect" presStyleLbl="bgShp" presStyleIdx="0" presStyleCnt="2"/>
      <dgm:spPr/>
    </dgm:pt>
    <dgm:pt modelId="{FB6C3C2E-D9FB-487C-997A-A64413B2032C}" type="pres">
      <dgm:prSet presAssocID="{47A55FF7-0BD7-4360-8AC0-DE05E728867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D99999E5-6C92-493B-B77A-6321C04E4DAF}" type="pres">
      <dgm:prSet presAssocID="{47A55FF7-0BD7-4360-8AC0-DE05E728867A}" presName="spaceRect" presStyleCnt="0"/>
      <dgm:spPr/>
    </dgm:pt>
    <dgm:pt modelId="{0F339B57-094C-4D1A-918D-19331CA1E975}" type="pres">
      <dgm:prSet presAssocID="{47A55FF7-0BD7-4360-8AC0-DE05E728867A}" presName="parTx" presStyleLbl="revTx" presStyleIdx="0" presStyleCnt="3">
        <dgm:presLayoutVars>
          <dgm:chMax val="0"/>
          <dgm:chPref val="0"/>
        </dgm:presLayoutVars>
      </dgm:prSet>
      <dgm:spPr/>
    </dgm:pt>
    <dgm:pt modelId="{E850E8C8-524F-4951-B5CC-701D72B0605C}" type="pres">
      <dgm:prSet presAssocID="{47A55FF7-0BD7-4360-8AC0-DE05E728867A}" presName="desTx" presStyleLbl="revTx" presStyleIdx="1" presStyleCnt="3">
        <dgm:presLayoutVars/>
      </dgm:prSet>
      <dgm:spPr/>
    </dgm:pt>
    <dgm:pt modelId="{BDC70488-B87A-4F57-87DF-56C6DA066635}" type="pres">
      <dgm:prSet presAssocID="{78C50589-5E8F-4AC9-97CD-F1982B511907}" presName="sibTrans" presStyleCnt="0"/>
      <dgm:spPr/>
    </dgm:pt>
    <dgm:pt modelId="{54E1C81A-B451-4D6B-A6C6-511B68F19157}" type="pres">
      <dgm:prSet presAssocID="{852E3609-D5C6-436B-B61C-8DA7DA6C3827}" presName="compNode" presStyleCnt="0"/>
      <dgm:spPr/>
    </dgm:pt>
    <dgm:pt modelId="{E6ED2405-B3A6-442A-8584-F3C067BF89CE}" type="pres">
      <dgm:prSet presAssocID="{852E3609-D5C6-436B-B61C-8DA7DA6C3827}" presName="bgRect" presStyleLbl="bgShp" presStyleIdx="1" presStyleCnt="2"/>
      <dgm:spPr/>
    </dgm:pt>
    <dgm:pt modelId="{D0E2F956-CDE6-432D-9372-319F761A186F}" type="pres">
      <dgm:prSet presAssocID="{852E3609-D5C6-436B-B61C-8DA7DA6C38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81F5602D-1DE6-4BD8-9B33-5AEDC27FE072}" type="pres">
      <dgm:prSet presAssocID="{852E3609-D5C6-436B-B61C-8DA7DA6C3827}" presName="spaceRect" presStyleCnt="0"/>
      <dgm:spPr/>
    </dgm:pt>
    <dgm:pt modelId="{EC06F835-F642-4289-9860-81728A492F1C}" type="pres">
      <dgm:prSet presAssocID="{852E3609-D5C6-436B-B61C-8DA7DA6C38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1859503-49F1-4384-9617-7D87FD92C054}" srcId="{47A55FF7-0BD7-4360-8AC0-DE05E728867A}" destId="{9108C307-975E-4F94-BC34-54544C3DD3D7}" srcOrd="0" destOrd="0" parTransId="{92A504A3-9168-4D6B-AD66-69B10B27B88B}" sibTransId="{43A9566F-90B5-4963-A623-F3F3535FF708}"/>
    <dgm:cxn modelId="{73FAD310-AC73-4A08-A38A-7922CBB36505}" srcId="{47A55FF7-0BD7-4360-8AC0-DE05E728867A}" destId="{715AF35D-B9DC-4FB4-9379-3E00BD75821B}" srcOrd="1" destOrd="0" parTransId="{6E3F0AC8-7651-4704-ACFA-EEF93F916466}" sibTransId="{DD95FF52-68A8-4278-92FF-552A767D058A}"/>
    <dgm:cxn modelId="{8D15A922-2EC5-46EA-8712-92B8C16410C9}" srcId="{1A30AD0D-983D-4543-B1D2-7A89A6D38C49}" destId="{47A55FF7-0BD7-4360-8AC0-DE05E728867A}" srcOrd="0" destOrd="0" parTransId="{1A5F0D72-CB1D-4564-B466-8BF820443E4D}" sibTransId="{78C50589-5E8F-4AC9-97CD-F1982B511907}"/>
    <dgm:cxn modelId="{DC921126-ABC2-4729-BF99-CA2F188443BA}" type="presOf" srcId="{47A55FF7-0BD7-4360-8AC0-DE05E728867A}" destId="{0F339B57-094C-4D1A-918D-19331CA1E975}" srcOrd="0" destOrd="0" presId="urn:microsoft.com/office/officeart/2018/2/layout/IconVerticalSolidList"/>
    <dgm:cxn modelId="{46A84C5F-788C-43E9-A746-1785C8786215}" type="presOf" srcId="{715AF35D-B9DC-4FB4-9379-3E00BD75821B}" destId="{E850E8C8-524F-4951-B5CC-701D72B0605C}" srcOrd="0" destOrd="1" presId="urn:microsoft.com/office/officeart/2018/2/layout/IconVerticalSolidList"/>
    <dgm:cxn modelId="{3C20C672-5D17-4B41-A6B0-2ADA9B50A501}" type="presOf" srcId="{1A30AD0D-983D-4543-B1D2-7A89A6D38C49}" destId="{6FFF15C1-6E35-4D60-96E7-0E50D16884D8}" srcOrd="0" destOrd="0" presId="urn:microsoft.com/office/officeart/2018/2/layout/IconVerticalSolidList"/>
    <dgm:cxn modelId="{0FA92599-AD11-4829-92D4-BD7FCBBADECF}" srcId="{47A55FF7-0BD7-4360-8AC0-DE05E728867A}" destId="{88CB8453-679D-41A1-B7C1-35AD7C7D853F}" srcOrd="2" destOrd="0" parTransId="{90F72379-1EA8-4D66-981D-40B9A477A868}" sibTransId="{2E37C878-3671-4729-8448-6D254DD8565B}"/>
    <dgm:cxn modelId="{2129719F-F920-447A-BE73-22F4AC85312F}" srcId="{1A30AD0D-983D-4543-B1D2-7A89A6D38C49}" destId="{852E3609-D5C6-436B-B61C-8DA7DA6C3827}" srcOrd="1" destOrd="0" parTransId="{FF729B7D-F8A1-4185-B8A6-2C904E117485}" sibTransId="{203ED403-849A-4FD3-A7FB-9C074BE029B1}"/>
    <dgm:cxn modelId="{644156AF-C912-4F52-AE50-E63C72589032}" type="presOf" srcId="{852E3609-D5C6-436B-B61C-8DA7DA6C3827}" destId="{EC06F835-F642-4289-9860-81728A492F1C}" srcOrd="0" destOrd="0" presId="urn:microsoft.com/office/officeart/2018/2/layout/IconVerticalSolidList"/>
    <dgm:cxn modelId="{226ADCBE-FFFC-4C34-8709-DDED020B2CDF}" type="presOf" srcId="{9108C307-975E-4F94-BC34-54544C3DD3D7}" destId="{E850E8C8-524F-4951-B5CC-701D72B0605C}" srcOrd="0" destOrd="0" presId="urn:microsoft.com/office/officeart/2018/2/layout/IconVerticalSolidList"/>
    <dgm:cxn modelId="{7A2E0FF3-DADF-4E58-9CDC-03D0F1149884}" type="presOf" srcId="{88CB8453-679D-41A1-B7C1-35AD7C7D853F}" destId="{E850E8C8-524F-4951-B5CC-701D72B0605C}" srcOrd="0" destOrd="2" presId="urn:microsoft.com/office/officeart/2018/2/layout/IconVerticalSolidList"/>
    <dgm:cxn modelId="{7C7A0A50-113A-4269-A7D4-8BA33F1AFF5F}" type="presParOf" srcId="{6FFF15C1-6E35-4D60-96E7-0E50D16884D8}" destId="{674B9C9D-4D0C-4F7E-95EA-C55BBD867A1A}" srcOrd="0" destOrd="0" presId="urn:microsoft.com/office/officeart/2018/2/layout/IconVerticalSolidList"/>
    <dgm:cxn modelId="{6FA3CE2D-0A3E-47C7-83DD-B934A55A72A4}" type="presParOf" srcId="{674B9C9D-4D0C-4F7E-95EA-C55BBD867A1A}" destId="{BF41179B-F179-4525-8181-8DC9D4E96791}" srcOrd="0" destOrd="0" presId="urn:microsoft.com/office/officeart/2018/2/layout/IconVerticalSolidList"/>
    <dgm:cxn modelId="{5C4073F9-7632-4ACB-A8ED-02C5DCFBA5A2}" type="presParOf" srcId="{674B9C9D-4D0C-4F7E-95EA-C55BBD867A1A}" destId="{FB6C3C2E-D9FB-487C-997A-A64413B2032C}" srcOrd="1" destOrd="0" presId="urn:microsoft.com/office/officeart/2018/2/layout/IconVerticalSolidList"/>
    <dgm:cxn modelId="{2CC92FE1-BC22-410B-A3F3-41FDD1EEC2A6}" type="presParOf" srcId="{674B9C9D-4D0C-4F7E-95EA-C55BBD867A1A}" destId="{D99999E5-6C92-493B-B77A-6321C04E4DAF}" srcOrd="2" destOrd="0" presId="urn:microsoft.com/office/officeart/2018/2/layout/IconVerticalSolidList"/>
    <dgm:cxn modelId="{A0815130-403B-4CD8-82A3-CCCCB2324882}" type="presParOf" srcId="{674B9C9D-4D0C-4F7E-95EA-C55BBD867A1A}" destId="{0F339B57-094C-4D1A-918D-19331CA1E975}" srcOrd="3" destOrd="0" presId="urn:microsoft.com/office/officeart/2018/2/layout/IconVerticalSolidList"/>
    <dgm:cxn modelId="{31CDE95F-5405-4BDF-9F84-5043DF5F447A}" type="presParOf" srcId="{674B9C9D-4D0C-4F7E-95EA-C55BBD867A1A}" destId="{E850E8C8-524F-4951-B5CC-701D72B0605C}" srcOrd="4" destOrd="0" presId="urn:microsoft.com/office/officeart/2018/2/layout/IconVerticalSolidList"/>
    <dgm:cxn modelId="{C3ECD0F1-5E85-4576-A22E-367CB0A792D1}" type="presParOf" srcId="{6FFF15C1-6E35-4D60-96E7-0E50D16884D8}" destId="{BDC70488-B87A-4F57-87DF-56C6DA066635}" srcOrd="1" destOrd="0" presId="urn:microsoft.com/office/officeart/2018/2/layout/IconVerticalSolidList"/>
    <dgm:cxn modelId="{0C51040F-9E79-4EB4-B318-807CD549AB74}" type="presParOf" srcId="{6FFF15C1-6E35-4D60-96E7-0E50D16884D8}" destId="{54E1C81A-B451-4D6B-A6C6-511B68F19157}" srcOrd="2" destOrd="0" presId="urn:microsoft.com/office/officeart/2018/2/layout/IconVerticalSolidList"/>
    <dgm:cxn modelId="{D330B9AE-B6B6-49DC-98A2-E19C00EBAC5B}" type="presParOf" srcId="{54E1C81A-B451-4D6B-A6C6-511B68F19157}" destId="{E6ED2405-B3A6-442A-8584-F3C067BF89CE}" srcOrd="0" destOrd="0" presId="urn:microsoft.com/office/officeart/2018/2/layout/IconVerticalSolidList"/>
    <dgm:cxn modelId="{37722ED4-6A2E-494C-B559-9D7D2FBC9D6D}" type="presParOf" srcId="{54E1C81A-B451-4D6B-A6C6-511B68F19157}" destId="{D0E2F956-CDE6-432D-9372-319F761A186F}" srcOrd="1" destOrd="0" presId="urn:microsoft.com/office/officeart/2018/2/layout/IconVerticalSolidList"/>
    <dgm:cxn modelId="{6E04830C-987D-40E2-B2E8-CF33CFF6B6A9}" type="presParOf" srcId="{54E1C81A-B451-4D6B-A6C6-511B68F19157}" destId="{81F5602D-1DE6-4BD8-9B33-5AEDC27FE072}" srcOrd="2" destOrd="0" presId="urn:microsoft.com/office/officeart/2018/2/layout/IconVerticalSolidList"/>
    <dgm:cxn modelId="{2D5AA751-B30C-498D-A15D-7483B16E6171}" type="presParOf" srcId="{54E1C81A-B451-4D6B-A6C6-511B68F19157}" destId="{EC06F835-F642-4289-9860-81728A492F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39C3D0-FA72-4FD1-A7DD-E56A09B21E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473DE6-7042-49F4-8904-54C6A7625446}">
      <dgm:prSet/>
      <dgm:spPr/>
      <dgm:t>
        <a:bodyPr/>
        <a:lstStyle/>
        <a:p>
          <a:r>
            <a:rPr lang="en-GB"/>
            <a:t>Only 1 programming course out of approx. 40 courses</a:t>
          </a:r>
          <a:endParaRPr lang="en-US"/>
        </a:p>
      </dgm:t>
    </dgm:pt>
    <dgm:pt modelId="{18084FDE-7069-4177-B456-410A7BDF79D2}" type="parTrans" cxnId="{FC294BD4-BE49-48DA-B0EB-4128DD32A987}">
      <dgm:prSet/>
      <dgm:spPr/>
      <dgm:t>
        <a:bodyPr/>
        <a:lstStyle/>
        <a:p>
          <a:endParaRPr lang="en-US"/>
        </a:p>
      </dgm:t>
    </dgm:pt>
    <dgm:pt modelId="{1D60D1E9-AED6-45EC-A99F-EB94221CD80D}" type="sibTrans" cxnId="{FC294BD4-BE49-48DA-B0EB-4128DD32A987}">
      <dgm:prSet/>
      <dgm:spPr/>
      <dgm:t>
        <a:bodyPr/>
        <a:lstStyle/>
        <a:p>
          <a:endParaRPr lang="en-US"/>
        </a:p>
      </dgm:t>
    </dgm:pt>
    <dgm:pt modelId="{A990E7F8-BCB7-455D-8475-654FB37BA163}">
      <dgm:prSet/>
      <dgm:spPr/>
      <dgm:t>
        <a:bodyPr/>
        <a:lstStyle/>
        <a:p>
          <a:r>
            <a:rPr lang="en-GB"/>
            <a:t>Core of core of computer science</a:t>
          </a:r>
          <a:br>
            <a:rPr lang="en-GB"/>
          </a:br>
          <a:endParaRPr lang="en-US"/>
        </a:p>
      </dgm:t>
    </dgm:pt>
    <dgm:pt modelId="{BE5F75F1-F429-4871-89B9-B5DBDC5468FB}" type="parTrans" cxnId="{BF0DC3FB-388F-4A2C-A46B-6422CAD7A6E0}">
      <dgm:prSet/>
      <dgm:spPr/>
      <dgm:t>
        <a:bodyPr/>
        <a:lstStyle/>
        <a:p>
          <a:endParaRPr lang="en-US"/>
        </a:p>
      </dgm:t>
    </dgm:pt>
    <dgm:pt modelId="{17192753-C387-4556-B752-261B1885A277}" type="sibTrans" cxnId="{BF0DC3FB-388F-4A2C-A46B-6422CAD7A6E0}">
      <dgm:prSet/>
      <dgm:spPr/>
      <dgm:t>
        <a:bodyPr/>
        <a:lstStyle/>
        <a:p>
          <a:endParaRPr lang="en-US"/>
        </a:p>
      </dgm:t>
    </dgm:pt>
    <dgm:pt modelId="{00C0923A-E65B-4E42-A482-17D72EEFEA2F}">
      <dgm:prSet/>
      <dgm:spPr/>
      <dgm:t>
        <a:bodyPr/>
        <a:lstStyle/>
        <a:p>
          <a:r>
            <a:rPr lang="en-GB"/>
            <a:t>Excellent Programming = Excellent chances of good job</a:t>
          </a:r>
          <a:endParaRPr lang="en-US"/>
        </a:p>
      </dgm:t>
    </dgm:pt>
    <dgm:pt modelId="{7407DDE2-AA24-45B9-8011-625F0206DC93}" type="parTrans" cxnId="{6BAE6484-E297-43F4-A885-F184797755C6}">
      <dgm:prSet/>
      <dgm:spPr/>
      <dgm:t>
        <a:bodyPr/>
        <a:lstStyle/>
        <a:p>
          <a:endParaRPr lang="en-US"/>
        </a:p>
      </dgm:t>
    </dgm:pt>
    <dgm:pt modelId="{8A54C805-DED5-4F3E-AEC6-2596C800BEB2}" type="sibTrans" cxnId="{6BAE6484-E297-43F4-A885-F184797755C6}">
      <dgm:prSet/>
      <dgm:spPr/>
      <dgm:t>
        <a:bodyPr/>
        <a:lstStyle/>
        <a:p>
          <a:endParaRPr lang="en-US"/>
        </a:p>
      </dgm:t>
    </dgm:pt>
    <dgm:pt modelId="{E7729D94-676E-407D-8C83-589747E62207}">
      <dgm:prSet/>
      <dgm:spPr/>
      <dgm:t>
        <a:bodyPr/>
        <a:lstStyle/>
        <a:p>
          <a:r>
            <a:rPr lang="en-GB"/>
            <a:t>Remember practice makes a person “perfect”. </a:t>
          </a:r>
          <a:endParaRPr lang="en-US"/>
        </a:p>
      </dgm:t>
    </dgm:pt>
    <dgm:pt modelId="{89EE831F-3142-4552-AAFE-EF187097E26D}" type="parTrans" cxnId="{4DA7A7DA-FE30-4CEE-8D95-D5F3F05439BC}">
      <dgm:prSet/>
      <dgm:spPr/>
      <dgm:t>
        <a:bodyPr/>
        <a:lstStyle/>
        <a:p>
          <a:endParaRPr lang="en-US"/>
        </a:p>
      </dgm:t>
    </dgm:pt>
    <dgm:pt modelId="{07B2C6A3-0D27-4423-A456-5C4881744811}" type="sibTrans" cxnId="{4DA7A7DA-FE30-4CEE-8D95-D5F3F05439BC}">
      <dgm:prSet/>
      <dgm:spPr/>
      <dgm:t>
        <a:bodyPr/>
        <a:lstStyle/>
        <a:p>
          <a:endParaRPr lang="en-US"/>
        </a:p>
      </dgm:t>
    </dgm:pt>
    <dgm:pt modelId="{90479238-5F7D-4D68-B493-CAC6D5329CAB}">
      <dgm:prSet/>
      <dgm:spPr/>
      <dgm:t>
        <a:bodyPr/>
        <a:lstStyle/>
        <a:p>
          <a:r>
            <a:rPr lang="en-GB"/>
            <a:t>Same goes for programming.</a:t>
          </a:r>
          <a:endParaRPr lang="en-US"/>
        </a:p>
      </dgm:t>
    </dgm:pt>
    <dgm:pt modelId="{D5369016-BB96-4DE4-8E63-93C344570DC5}" type="parTrans" cxnId="{A4B1062F-05A5-43BE-B401-E7AAC889C0F1}">
      <dgm:prSet/>
      <dgm:spPr/>
      <dgm:t>
        <a:bodyPr/>
        <a:lstStyle/>
        <a:p>
          <a:endParaRPr lang="en-US"/>
        </a:p>
      </dgm:t>
    </dgm:pt>
    <dgm:pt modelId="{52DE761F-6179-4785-85D8-16CD1843D600}" type="sibTrans" cxnId="{A4B1062F-05A5-43BE-B401-E7AAC889C0F1}">
      <dgm:prSet/>
      <dgm:spPr/>
      <dgm:t>
        <a:bodyPr/>
        <a:lstStyle/>
        <a:p>
          <a:endParaRPr lang="en-US"/>
        </a:p>
      </dgm:t>
    </dgm:pt>
    <dgm:pt modelId="{06DA86D4-B7EA-4749-8ABD-325539312998}" type="pres">
      <dgm:prSet presAssocID="{A439C3D0-FA72-4FD1-A7DD-E56A09B21E64}" presName="root" presStyleCnt="0">
        <dgm:presLayoutVars>
          <dgm:dir/>
          <dgm:resizeHandles val="exact"/>
        </dgm:presLayoutVars>
      </dgm:prSet>
      <dgm:spPr/>
    </dgm:pt>
    <dgm:pt modelId="{8E276474-B904-41EE-A510-1193C6C441B5}" type="pres">
      <dgm:prSet presAssocID="{E6473DE6-7042-49F4-8904-54C6A7625446}" presName="compNode" presStyleCnt="0"/>
      <dgm:spPr/>
    </dgm:pt>
    <dgm:pt modelId="{C053DDD7-92AF-490D-B7CB-2BD480BBE75D}" type="pres">
      <dgm:prSet presAssocID="{E6473DE6-7042-49F4-8904-54C6A7625446}" presName="bgRect" presStyleLbl="bgShp" presStyleIdx="0" presStyleCnt="4"/>
      <dgm:spPr/>
    </dgm:pt>
    <dgm:pt modelId="{6E17C08D-CCF8-491F-ADA4-34102BAD1DD2}" type="pres">
      <dgm:prSet presAssocID="{E6473DE6-7042-49F4-8904-54C6A76254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60B557B6-B427-4216-9F2A-136DCA891442}" type="pres">
      <dgm:prSet presAssocID="{E6473DE6-7042-49F4-8904-54C6A7625446}" presName="spaceRect" presStyleCnt="0"/>
      <dgm:spPr/>
    </dgm:pt>
    <dgm:pt modelId="{65D40D5E-74EA-478E-AA16-84AE70D4AF44}" type="pres">
      <dgm:prSet presAssocID="{E6473DE6-7042-49F4-8904-54C6A7625446}" presName="parTx" presStyleLbl="revTx" presStyleIdx="0" presStyleCnt="5">
        <dgm:presLayoutVars>
          <dgm:chMax val="0"/>
          <dgm:chPref val="0"/>
        </dgm:presLayoutVars>
      </dgm:prSet>
      <dgm:spPr/>
    </dgm:pt>
    <dgm:pt modelId="{8F3FD002-8A8E-4966-8B8A-CA3FDDB6FC22}" type="pres">
      <dgm:prSet presAssocID="{1D60D1E9-AED6-45EC-A99F-EB94221CD80D}" presName="sibTrans" presStyleCnt="0"/>
      <dgm:spPr/>
    </dgm:pt>
    <dgm:pt modelId="{B182F632-DB9F-4314-BFC1-EDC646B00A58}" type="pres">
      <dgm:prSet presAssocID="{A990E7F8-BCB7-455D-8475-654FB37BA163}" presName="compNode" presStyleCnt="0"/>
      <dgm:spPr/>
    </dgm:pt>
    <dgm:pt modelId="{4C047E22-AAAD-4C0D-BA92-948A0D6B1F87}" type="pres">
      <dgm:prSet presAssocID="{A990E7F8-BCB7-455D-8475-654FB37BA163}" presName="bgRect" presStyleLbl="bgShp" presStyleIdx="1" presStyleCnt="4"/>
      <dgm:spPr/>
    </dgm:pt>
    <dgm:pt modelId="{A0DF95C4-81DC-4FEE-9253-E225B7C67FB0}" type="pres">
      <dgm:prSet presAssocID="{A990E7F8-BCB7-455D-8475-654FB37BA1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C8874EC-DAA5-4539-A152-48F335903F68}" type="pres">
      <dgm:prSet presAssocID="{A990E7F8-BCB7-455D-8475-654FB37BA163}" presName="spaceRect" presStyleCnt="0"/>
      <dgm:spPr/>
    </dgm:pt>
    <dgm:pt modelId="{C85F2876-F086-4773-AEDA-E381E5A8F024}" type="pres">
      <dgm:prSet presAssocID="{A990E7F8-BCB7-455D-8475-654FB37BA163}" presName="parTx" presStyleLbl="revTx" presStyleIdx="1" presStyleCnt="5">
        <dgm:presLayoutVars>
          <dgm:chMax val="0"/>
          <dgm:chPref val="0"/>
        </dgm:presLayoutVars>
      </dgm:prSet>
      <dgm:spPr/>
    </dgm:pt>
    <dgm:pt modelId="{BFA53F12-C5FA-4829-9CB9-3D7CC8873493}" type="pres">
      <dgm:prSet presAssocID="{17192753-C387-4556-B752-261B1885A277}" presName="sibTrans" presStyleCnt="0"/>
      <dgm:spPr/>
    </dgm:pt>
    <dgm:pt modelId="{AC4EBDBD-1807-48E4-86D4-4327F4511A2D}" type="pres">
      <dgm:prSet presAssocID="{00C0923A-E65B-4E42-A482-17D72EEFEA2F}" presName="compNode" presStyleCnt="0"/>
      <dgm:spPr/>
    </dgm:pt>
    <dgm:pt modelId="{A647FAA6-3901-4D92-A7D8-615F912591A9}" type="pres">
      <dgm:prSet presAssocID="{00C0923A-E65B-4E42-A482-17D72EEFEA2F}" presName="bgRect" presStyleLbl="bgShp" presStyleIdx="2" presStyleCnt="4"/>
      <dgm:spPr/>
    </dgm:pt>
    <dgm:pt modelId="{1417D30C-837E-4C02-86AF-EC6AE2C2FD65}" type="pres">
      <dgm:prSet presAssocID="{00C0923A-E65B-4E42-A482-17D72EEFEA2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1A84EE4E-853F-46E8-83A0-4B49A0C821BC}" type="pres">
      <dgm:prSet presAssocID="{00C0923A-E65B-4E42-A482-17D72EEFEA2F}" presName="spaceRect" presStyleCnt="0"/>
      <dgm:spPr/>
    </dgm:pt>
    <dgm:pt modelId="{AA0BD5FE-9F50-4C5E-B91E-4EEBDE40E69B}" type="pres">
      <dgm:prSet presAssocID="{00C0923A-E65B-4E42-A482-17D72EEFEA2F}" presName="parTx" presStyleLbl="revTx" presStyleIdx="2" presStyleCnt="5">
        <dgm:presLayoutVars>
          <dgm:chMax val="0"/>
          <dgm:chPref val="0"/>
        </dgm:presLayoutVars>
      </dgm:prSet>
      <dgm:spPr/>
    </dgm:pt>
    <dgm:pt modelId="{1CB5660F-C137-4D4C-9D5E-67349AEDAD07}" type="pres">
      <dgm:prSet presAssocID="{8A54C805-DED5-4F3E-AEC6-2596C800BEB2}" presName="sibTrans" presStyleCnt="0"/>
      <dgm:spPr/>
    </dgm:pt>
    <dgm:pt modelId="{03F65A89-BA66-4075-B2C7-E63EB913194F}" type="pres">
      <dgm:prSet presAssocID="{E7729D94-676E-407D-8C83-589747E62207}" presName="compNode" presStyleCnt="0"/>
      <dgm:spPr/>
    </dgm:pt>
    <dgm:pt modelId="{AA0ACC05-115F-41B5-A20D-74FD546E436A}" type="pres">
      <dgm:prSet presAssocID="{E7729D94-676E-407D-8C83-589747E62207}" presName="bgRect" presStyleLbl="bgShp" presStyleIdx="3" presStyleCnt="4"/>
      <dgm:spPr/>
    </dgm:pt>
    <dgm:pt modelId="{9075BD2F-C898-4651-AF1E-0F6C9D818D3E}" type="pres">
      <dgm:prSet presAssocID="{E7729D94-676E-407D-8C83-589747E6220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675E1E3-2E99-4658-B28C-ACA7EAAEF397}" type="pres">
      <dgm:prSet presAssocID="{E7729D94-676E-407D-8C83-589747E62207}" presName="spaceRect" presStyleCnt="0"/>
      <dgm:spPr/>
    </dgm:pt>
    <dgm:pt modelId="{E7375E55-E062-44D0-8A5A-3CE4EB90E3CD}" type="pres">
      <dgm:prSet presAssocID="{E7729D94-676E-407D-8C83-589747E62207}" presName="parTx" presStyleLbl="revTx" presStyleIdx="3" presStyleCnt="5">
        <dgm:presLayoutVars>
          <dgm:chMax val="0"/>
          <dgm:chPref val="0"/>
        </dgm:presLayoutVars>
      </dgm:prSet>
      <dgm:spPr/>
    </dgm:pt>
    <dgm:pt modelId="{A03F83B0-531F-480E-A534-760649F178DB}" type="pres">
      <dgm:prSet presAssocID="{E7729D94-676E-407D-8C83-589747E62207}" presName="desTx" presStyleLbl="revTx" presStyleIdx="4" presStyleCnt="5">
        <dgm:presLayoutVars/>
      </dgm:prSet>
      <dgm:spPr/>
    </dgm:pt>
  </dgm:ptLst>
  <dgm:cxnLst>
    <dgm:cxn modelId="{8C111A0D-4D46-4AD2-98D2-16CE1F37F579}" type="presOf" srcId="{A990E7F8-BCB7-455D-8475-654FB37BA163}" destId="{C85F2876-F086-4773-AEDA-E381E5A8F024}" srcOrd="0" destOrd="0" presId="urn:microsoft.com/office/officeart/2018/2/layout/IconVerticalSolidList"/>
    <dgm:cxn modelId="{A4B1062F-05A5-43BE-B401-E7AAC889C0F1}" srcId="{E7729D94-676E-407D-8C83-589747E62207}" destId="{90479238-5F7D-4D68-B493-CAC6D5329CAB}" srcOrd="0" destOrd="0" parTransId="{D5369016-BB96-4DE4-8E63-93C344570DC5}" sibTransId="{52DE761F-6179-4785-85D8-16CD1843D600}"/>
    <dgm:cxn modelId="{121C7355-31D8-4E6A-A74A-26E06300ED28}" type="presOf" srcId="{A439C3D0-FA72-4FD1-A7DD-E56A09B21E64}" destId="{06DA86D4-B7EA-4749-8ABD-325539312998}" srcOrd="0" destOrd="0" presId="urn:microsoft.com/office/officeart/2018/2/layout/IconVerticalSolidList"/>
    <dgm:cxn modelId="{8AF1F86A-BD81-4A92-8B24-D17E20AC31A8}" type="presOf" srcId="{90479238-5F7D-4D68-B493-CAC6D5329CAB}" destId="{A03F83B0-531F-480E-A534-760649F178DB}" srcOrd="0" destOrd="0" presId="urn:microsoft.com/office/officeart/2018/2/layout/IconVerticalSolidList"/>
    <dgm:cxn modelId="{6BAE6484-E297-43F4-A885-F184797755C6}" srcId="{A439C3D0-FA72-4FD1-A7DD-E56A09B21E64}" destId="{00C0923A-E65B-4E42-A482-17D72EEFEA2F}" srcOrd="2" destOrd="0" parTransId="{7407DDE2-AA24-45B9-8011-625F0206DC93}" sibTransId="{8A54C805-DED5-4F3E-AEC6-2596C800BEB2}"/>
    <dgm:cxn modelId="{87A5289B-163E-461B-99EE-6929F961C52F}" type="presOf" srcId="{E7729D94-676E-407D-8C83-589747E62207}" destId="{E7375E55-E062-44D0-8A5A-3CE4EB90E3CD}" srcOrd="0" destOrd="0" presId="urn:microsoft.com/office/officeart/2018/2/layout/IconVerticalSolidList"/>
    <dgm:cxn modelId="{C40EFEA2-10B5-4E24-818A-80FB8D76CBC8}" type="presOf" srcId="{00C0923A-E65B-4E42-A482-17D72EEFEA2F}" destId="{AA0BD5FE-9F50-4C5E-B91E-4EEBDE40E69B}" srcOrd="0" destOrd="0" presId="urn:microsoft.com/office/officeart/2018/2/layout/IconVerticalSolidList"/>
    <dgm:cxn modelId="{FC294BD4-BE49-48DA-B0EB-4128DD32A987}" srcId="{A439C3D0-FA72-4FD1-A7DD-E56A09B21E64}" destId="{E6473DE6-7042-49F4-8904-54C6A7625446}" srcOrd="0" destOrd="0" parTransId="{18084FDE-7069-4177-B456-410A7BDF79D2}" sibTransId="{1D60D1E9-AED6-45EC-A99F-EB94221CD80D}"/>
    <dgm:cxn modelId="{4DA7A7DA-FE30-4CEE-8D95-D5F3F05439BC}" srcId="{A439C3D0-FA72-4FD1-A7DD-E56A09B21E64}" destId="{E7729D94-676E-407D-8C83-589747E62207}" srcOrd="3" destOrd="0" parTransId="{89EE831F-3142-4552-AAFE-EF187097E26D}" sibTransId="{07B2C6A3-0D27-4423-A456-5C4881744811}"/>
    <dgm:cxn modelId="{2629A2F9-B279-4D5E-8462-5499456947B2}" type="presOf" srcId="{E6473DE6-7042-49F4-8904-54C6A7625446}" destId="{65D40D5E-74EA-478E-AA16-84AE70D4AF44}" srcOrd="0" destOrd="0" presId="urn:microsoft.com/office/officeart/2018/2/layout/IconVerticalSolidList"/>
    <dgm:cxn modelId="{BF0DC3FB-388F-4A2C-A46B-6422CAD7A6E0}" srcId="{A439C3D0-FA72-4FD1-A7DD-E56A09B21E64}" destId="{A990E7F8-BCB7-455D-8475-654FB37BA163}" srcOrd="1" destOrd="0" parTransId="{BE5F75F1-F429-4871-89B9-B5DBDC5468FB}" sibTransId="{17192753-C387-4556-B752-261B1885A277}"/>
    <dgm:cxn modelId="{C0CE0FEE-844F-4393-98ED-B752E706A41F}" type="presParOf" srcId="{06DA86D4-B7EA-4749-8ABD-325539312998}" destId="{8E276474-B904-41EE-A510-1193C6C441B5}" srcOrd="0" destOrd="0" presId="urn:microsoft.com/office/officeart/2018/2/layout/IconVerticalSolidList"/>
    <dgm:cxn modelId="{ACFC911E-3307-4A7F-914F-EF80DA23F422}" type="presParOf" srcId="{8E276474-B904-41EE-A510-1193C6C441B5}" destId="{C053DDD7-92AF-490D-B7CB-2BD480BBE75D}" srcOrd="0" destOrd="0" presId="urn:microsoft.com/office/officeart/2018/2/layout/IconVerticalSolidList"/>
    <dgm:cxn modelId="{BBF12A4D-3A7F-45C4-AEAB-39B80ECB1BE0}" type="presParOf" srcId="{8E276474-B904-41EE-A510-1193C6C441B5}" destId="{6E17C08D-CCF8-491F-ADA4-34102BAD1DD2}" srcOrd="1" destOrd="0" presId="urn:microsoft.com/office/officeart/2018/2/layout/IconVerticalSolidList"/>
    <dgm:cxn modelId="{3256FCD5-0331-42D0-896B-6C8433A34903}" type="presParOf" srcId="{8E276474-B904-41EE-A510-1193C6C441B5}" destId="{60B557B6-B427-4216-9F2A-136DCA891442}" srcOrd="2" destOrd="0" presId="urn:microsoft.com/office/officeart/2018/2/layout/IconVerticalSolidList"/>
    <dgm:cxn modelId="{A168C2F3-C696-49A2-9642-96F209E939CD}" type="presParOf" srcId="{8E276474-B904-41EE-A510-1193C6C441B5}" destId="{65D40D5E-74EA-478E-AA16-84AE70D4AF44}" srcOrd="3" destOrd="0" presId="urn:microsoft.com/office/officeart/2018/2/layout/IconVerticalSolidList"/>
    <dgm:cxn modelId="{3AF4B233-3248-4B24-8F01-17CAD630A574}" type="presParOf" srcId="{06DA86D4-B7EA-4749-8ABD-325539312998}" destId="{8F3FD002-8A8E-4966-8B8A-CA3FDDB6FC22}" srcOrd="1" destOrd="0" presId="urn:microsoft.com/office/officeart/2018/2/layout/IconVerticalSolidList"/>
    <dgm:cxn modelId="{920D4C19-AD12-4182-B04D-095003F12F94}" type="presParOf" srcId="{06DA86D4-B7EA-4749-8ABD-325539312998}" destId="{B182F632-DB9F-4314-BFC1-EDC646B00A58}" srcOrd="2" destOrd="0" presId="urn:microsoft.com/office/officeart/2018/2/layout/IconVerticalSolidList"/>
    <dgm:cxn modelId="{12E47644-08C4-4587-B172-34D95B149B19}" type="presParOf" srcId="{B182F632-DB9F-4314-BFC1-EDC646B00A58}" destId="{4C047E22-AAAD-4C0D-BA92-948A0D6B1F87}" srcOrd="0" destOrd="0" presId="urn:microsoft.com/office/officeart/2018/2/layout/IconVerticalSolidList"/>
    <dgm:cxn modelId="{6B46DF6C-A9EB-42E1-B0CC-8E9400B0ECF2}" type="presParOf" srcId="{B182F632-DB9F-4314-BFC1-EDC646B00A58}" destId="{A0DF95C4-81DC-4FEE-9253-E225B7C67FB0}" srcOrd="1" destOrd="0" presId="urn:microsoft.com/office/officeart/2018/2/layout/IconVerticalSolidList"/>
    <dgm:cxn modelId="{C9E9BA13-53EF-49E1-A559-DDA8E32F8630}" type="presParOf" srcId="{B182F632-DB9F-4314-BFC1-EDC646B00A58}" destId="{BC8874EC-DAA5-4539-A152-48F335903F68}" srcOrd="2" destOrd="0" presId="urn:microsoft.com/office/officeart/2018/2/layout/IconVerticalSolidList"/>
    <dgm:cxn modelId="{972FDDD1-14F3-41E2-8B50-8B567BDD3301}" type="presParOf" srcId="{B182F632-DB9F-4314-BFC1-EDC646B00A58}" destId="{C85F2876-F086-4773-AEDA-E381E5A8F024}" srcOrd="3" destOrd="0" presId="urn:microsoft.com/office/officeart/2018/2/layout/IconVerticalSolidList"/>
    <dgm:cxn modelId="{993FA8F0-7EFE-4E53-A6AD-7B1CA325EE62}" type="presParOf" srcId="{06DA86D4-B7EA-4749-8ABD-325539312998}" destId="{BFA53F12-C5FA-4829-9CB9-3D7CC8873493}" srcOrd="3" destOrd="0" presId="urn:microsoft.com/office/officeart/2018/2/layout/IconVerticalSolidList"/>
    <dgm:cxn modelId="{6BE96B38-7DC4-468B-93D3-DF9BC03C07F8}" type="presParOf" srcId="{06DA86D4-B7EA-4749-8ABD-325539312998}" destId="{AC4EBDBD-1807-48E4-86D4-4327F4511A2D}" srcOrd="4" destOrd="0" presId="urn:microsoft.com/office/officeart/2018/2/layout/IconVerticalSolidList"/>
    <dgm:cxn modelId="{09683657-F266-46C3-B96D-797A680237C0}" type="presParOf" srcId="{AC4EBDBD-1807-48E4-86D4-4327F4511A2D}" destId="{A647FAA6-3901-4D92-A7D8-615F912591A9}" srcOrd="0" destOrd="0" presId="urn:microsoft.com/office/officeart/2018/2/layout/IconVerticalSolidList"/>
    <dgm:cxn modelId="{083050DC-D62F-45BA-B944-8447BE692BF4}" type="presParOf" srcId="{AC4EBDBD-1807-48E4-86D4-4327F4511A2D}" destId="{1417D30C-837E-4C02-86AF-EC6AE2C2FD65}" srcOrd="1" destOrd="0" presId="urn:microsoft.com/office/officeart/2018/2/layout/IconVerticalSolidList"/>
    <dgm:cxn modelId="{0DC47CF3-089B-4C05-8488-C3C859332C92}" type="presParOf" srcId="{AC4EBDBD-1807-48E4-86D4-4327F4511A2D}" destId="{1A84EE4E-853F-46E8-83A0-4B49A0C821BC}" srcOrd="2" destOrd="0" presId="urn:microsoft.com/office/officeart/2018/2/layout/IconVerticalSolidList"/>
    <dgm:cxn modelId="{0CB1A2CA-A896-43B9-8256-8B99E498E179}" type="presParOf" srcId="{AC4EBDBD-1807-48E4-86D4-4327F4511A2D}" destId="{AA0BD5FE-9F50-4C5E-B91E-4EEBDE40E69B}" srcOrd="3" destOrd="0" presId="urn:microsoft.com/office/officeart/2018/2/layout/IconVerticalSolidList"/>
    <dgm:cxn modelId="{ED61D588-D8E5-4CB0-9FE9-C5FF40F3273D}" type="presParOf" srcId="{06DA86D4-B7EA-4749-8ABD-325539312998}" destId="{1CB5660F-C137-4D4C-9D5E-67349AEDAD07}" srcOrd="5" destOrd="0" presId="urn:microsoft.com/office/officeart/2018/2/layout/IconVerticalSolidList"/>
    <dgm:cxn modelId="{6BA50CE8-E0A0-42B4-BBFD-755CA995BDA4}" type="presParOf" srcId="{06DA86D4-B7EA-4749-8ABD-325539312998}" destId="{03F65A89-BA66-4075-B2C7-E63EB913194F}" srcOrd="6" destOrd="0" presId="urn:microsoft.com/office/officeart/2018/2/layout/IconVerticalSolidList"/>
    <dgm:cxn modelId="{C3B1639B-D28F-4DE7-BB77-F515C844C358}" type="presParOf" srcId="{03F65A89-BA66-4075-B2C7-E63EB913194F}" destId="{AA0ACC05-115F-41B5-A20D-74FD546E436A}" srcOrd="0" destOrd="0" presId="urn:microsoft.com/office/officeart/2018/2/layout/IconVerticalSolidList"/>
    <dgm:cxn modelId="{E6AC43F0-A8C9-4A87-85DA-B67B57DA868C}" type="presParOf" srcId="{03F65A89-BA66-4075-B2C7-E63EB913194F}" destId="{9075BD2F-C898-4651-AF1E-0F6C9D818D3E}" srcOrd="1" destOrd="0" presId="urn:microsoft.com/office/officeart/2018/2/layout/IconVerticalSolidList"/>
    <dgm:cxn modelId="{CD1151E2-32E8-4A70-8100-CD9FBF20A7C6}" type="presParOf" srcId="{03F65A89-BA66-4075-B2C7-E63EB913194F}" destId="{2675E1E3-2E99-4658-B28C-ACA7EAAEF397}" srcOrd="2" destOrd="0" presId="urn:microsoft.com/office/officeart/2018/2/layout/IconVerticalSolidList"/>
    <dgm:cxn modelId="{312379BB-D7D0-47A7-B194-26E709FC9090}" type="presParOf" srcId="{03F65A89-BA66-4075-B2C7-E63EB913194F}" destId="{E7375E55-E062-44D0-8A5A-3CE4EB90E3CD}" srcOrd="3" destOrd="0" presId="urn:microsoft.com/office/officeart/2018/2/layout/IconVerticalSolidList"/>
    <dgm:cxn modelId="{8B00BBD7-1B3D-408B-B7D0-6011AC49265A}" type="presParOf" srcId="{03F65A89-BA66-4075-B2C7-E63EB913194F}" destId="{A03F83B0-531F-480E-A534-760649F178D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335D42-5540-4D1D-BD8C-3374C93D6C5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672AC-66E0-42D8-AFAF-1E63ADA123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Structure is a container, it can hold a bunch of </a:t>
          </a:r>
          <a:r>
            <a:rPr lang="en-US" i="1"/>
            <a:t>things</a:t>
          </a:r>
          <a:r>
            <a:rPr lang="en-US"/>
            <a:t>.</a:t>
          </a:r>
        </a:p>
      </dgm:t>
    </dgm:pt>
    <dgm:pt modelId="{3DCC08AF-5EE6-4597-938D-D59E277E68F2}" type="parTrans" cxnId="{E59EA90E-B890-40C6-8C0B-4B6964216700}">
      <dgm:prSet/>
      <dgm:spPr/>
      <dgm:t>
        <a:bodyPr/>
        <a:lstStyle/>
        <a:p>
          <a:endParaRPr lang="en-US"/>
        </a:p>
      </dgm:t>
    </dgm:pt>
    <dgm:pt modelId="{880EDF12-1467-4BFD-B70B-143D848D35C5}" type="sibTrans" cxnId="{E59EA90E-B890-40C6-8C0B-4B6964216700}">
      <dgm:prSet/>
      <dgm:spPr/>
      <dgm:t>
        <a:bodyPr/>
        <a:lstStyle/>
        <a:p>
          <a:endParaRPr lang="en-US"/>
        </a:p>
      </dgm:t>
    </dgm:pt>
    <dgm:pt modelId="{699255E1-847B-40A9-89A6-4F992F7AEB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things can be of any type.</a:t>
          </a:r>
        </a:p>
      </dgm:t>
    </dgm:pt>
    <dgm:pt modelId="{1A72F0DA-2A86-4536-A27C-C9C35F996673}" type="parTrans" cxnId="{BB3855A4-9BE4-4296-81C9-3D3DE619C282}">
      <dgm:prSet/>
      <dgm:spPr/>
      <dgm:t>
        <a:bodyPr/>
        <a:lstStyle/>
        <a:p>
          <a:endParaRPr lang="en-US"/>
        </a:p>
      </dgm:t>
    </dgm:pt>
    <dgm:pt modelId="{1D33626C-B4B1-464F-AD52-AEFC442A099E}" type="sibTrans" cxnId="{BB3855A4-9BE4-4296-81C9-3D3DE619C282}">
      <dgm:prSet/>
      <dgm:spPr/>
      <dgm:t>
        <a:bodyPr/>
        <a:lstStyle/>
        <a:p>
          <a:endParaRPr lang="en-US"/>
        </a:p>
      </dgm:t>
    </dgm:pt>
    <dgm:pt modelId="{F71D169E-D481-456B-95EA-C9A4CC0C9F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Structures are used to organize related data (variables) into a nice neat package.</a:t>
          </a:r>
        </a:p>
      </dgm:t>
    </dgm:pt>
    <dgm:pt modelId="{C290143E-61D0-4EE1-8B51-697217214A62}" type="parTrans" cxnId="{41A766A4-FDE9-45F0-9134-17C719A667A4}">
      <dgm:prSet/>
      <dgm:spPr/>
      <dgm:t>
        <a:bodyPr/>
        <a:lstStyle/>
        <a:p>
          <a:endParaRPr lang="en-US"/>
        </a:p>
      </dgm:t>
    </dgm:pt>
    <dgm:pt modelId="{0FA94112-6EE2-45D9-8333-822ABD4ADE83}" type="sibTrans" cxnId="{41A766A4-FDE9-45F0-9134-17C719A667A4}">
      <dgm:prSet/>
      <dgm:spPr/>
      <dgm:t>
        <a:bodyPr/>
        <a:lstStyle/>
        <a:p>
          <a:endParaRPr lang="en-US"/>
        </a:p>
      </dgm:t>
    </dgm:pt>
    <dgm:pt modelId="{A071ABC6-1978-4AA0-838D-FBEF0CDCDF36}" type="pres">
      <dgm:prSet presAssocID="{72335D42-5540-4D1D-BD8C-3374C93D6C5C}" presName="root" presStyleCnt="0">
        <dgm:presLayoutVars>
          <dgm:dir/>
          <dgm:resizeHandles val="exact"/>
        </dgm:presLayoutVars>
      </dgm:prSet>
      <dgm:spPr/>
    </dgm:pt>
    <dgm:pt modelId="{91D9857B-1BA0-44C0-AC55-E8A2F375837F}" type="pres">
      <dgm:prSet presAssocID="{2D8672AC-66E0-42D8-AFAF-1E63ADA12393}" presName="compNode" presStyleCnt="0"/>
      <dgm:spPr/>
    </dgm:pt>
    <dgm:pt modelId="{9D78DABA-15CD-4B42-9F6B-64B0A249174A}" type="pres">
      <dgm:prSet presAssocID="{2D8672AC-66E0-42D8-AFAF-1E63ADA12393}" presName="bgRect" presStyleLbl="bgShp" presStyleIdx="0" presStyleCnt="2"/>
      <dgm:spPr/>
    </dgm:pt>
    <dgm:pt modelId="{A75DB3F7-C635-4D55-910E-201D875FFA6A}" type="pres">
      <dgm:prSet presAssocID="{2D8672AC-66E0-42D8-AFAF-1E63ADA1239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6211D421-B8B6-4B86-AF3B-1771E1B7E09A}" type="pres">
      <dgm:prSet presAssocID="{2D8672AC-66E0-42D8-AFAF-1E63ADA12393}" presName="spaceRect" presStyleCnt="0"/>
      <dgm:spPr/>
    </dgm:pt>
    <dgm:pt modelId="{DEEFEE05-AF2A-4D51-9A1E-77CFA48C7608}" type="pres">
      <dgm:prSet presAssocID="{2D8672AC-66E0-42D8-AFAF-1E63ADA12393}" presName="parTx" presStyleLbl="revTx" presStyleIdx="0" presStyleCnt="3">
        <dgm:presLayoutVars>
          <dgm:chMax val="0"/>
          <dgm:chPref val="0"/>
        </dgm:presLayoutVars>
      </dgm:prSet>
      <dgm:spPr/>
    </dgm:pt>
    <dgm:pt modelId="{70C8F3F0-2F01-4CEC-A93C-A99DB249B1C3}" type="pres">
      <dgm:prSet presAssocID="{2D8672AC-66E0-42D8-AFAF-1E63ADA12393}" presName="desTx" presStyleLbl="revTx" presStyleIdx="1" presStyleCnt="3">
        <dgm:presLayoutVars/>
      </dgm:prSet>
      <dgm:spPr/>
    </dgm:pt>
    <dgm:pt modelId="{D7E3831F-B7DB-4386-8870-1578818F8460}" type="pres">
      <dgm:prSet presAssocID="{880EDF12-1467-4BFD-B70B-143D848D35C5}" presName="sibTrans" presStyleCnt="0"/>
      <dgm:spPr/>
    </dgm:pt>
    <dgm:pt modelId="{0B47ECB1-C6AF-4246-B45A-037A796B146B}" type="pres">
      <dgm:prSet presAssocID="{F71D169E-D481-456B-95EA-C9A4CC0C9F2A}" presName="compNode" presStyleCnt="0"/>
      <dgm:spPr/>
    </dgm:pt>
    <dgm:pt modelId="{C1AF136E-1CAF-4DC1-A753-A4E1696A9714}" type="pres">
      <dgm:prSet presAssocID="{F71D169E-D481-456B-95EA-C9A4CC0C9F2A}" presName="bgRect" presStyleLbl="bgShp" presStyleIdx="1" presStyleCnt="2"/>
      <dgm:spPr/>
    </dgm:pt>
    <dgm:pt modelId="{4A9B922E-ED6D-4508-B481-CFC022921281}" type="pres">
      <dgm:prSet presAssocID="{F71D169E-D481-456B-95EA-C9A4CC0C9F2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8654835-1435-4688-ABA2-606AB38C2CCA}" type="pres">
      <dgm:prSet presAssocID="{F71D169E-D481-456B-95EA-C9A4CC0C9F2A}" presName="spaceRect" presStyleCnt="0"/>
      <dgm:spPr/>
    </dgm:pt>
    <dgm:pt modelId="{CE0FFC89-4F5C-4B8C-8985-5144023A49B3}" type="pres">
      <dgm:prSet presAssocID="{F71D169E-D481-456B-95EA-C9A4CC0C9F2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59EA90E-B890-40C6-8C0B-4B6964216700}" srcId="{72335D42-5540-4D1D-BD8C-3374C93D6C5C}" destId="{2D8672AC-66E0-42D8-AFAF-1E63ADA12393}" srcOrd="0" destOrd="0" parTransId="{3DCC08AF-5EE6-4597-938D-D59E277E68F2}" sibTransId="{880EDF12-1467-4BFD-B70B-143D848D35C5}"/>
    <dgm:cxn modelId="{0BA37C8D-B7BC-4D9B-8A43-1B3545D2BABD}" type="presOf" srcId="{72335D42-5540-4D1D-BD8C-3374C93D6C5C}" destId="{A071ABC6-1978-4AA0-838D-FBEF0CDCDF36}" srcOrd="0" destOrd="0" presId="urn:microsoft.com/office/officeart/2018/2/layout/IconVerticalSolidList"/>
    <dgm:cxn modelId="{BB3855A4-9BE4-4296-81C9-3D3DE619C282}" srcId="{2D8672AC-66E0-42D8-AFAF-1E63ADA12393}" destId="{699255E1-847B-40A9-89A6-4F992F7AEB64}" srcOrd="0" destOrd="0" parTransId="{1A72F0DA-2A86-4536-A27C-C9C35F996673}" sibTransId="{1D33626C-B4B1-464F-AD52-AEFC442A099E}"/>
    <dgm:cxn modelId="{41A766A4-FDE9-45F0-9134-17C719A667A4}" srcId="{72335D42-5540-4D1D-BD8C-3374C93D6C5C}" destId="{F71D169E-D481-456B-95EA-C9A4CC0C9F2A}" srcOrd="1" destOrd="0" parTransId="{C290143E-61D0-4EE1-8B51-697217214A62}" sibTransId="{0FA94112-6EE2-45D9-8333-822ABD4ADE83}"/>
    <dgm:cxn modelId="{6A99D0CA-6143-47EF-9C2E-CC7C509021F1}" type="presOf" srcId="{2D8672AC-66E0-42D8-AFAF-1E63ADA12393}" destId="{DEEFEE05-AF2A-4D51-9A1E-77CFA48C7608}" srcOrd="0" destOrd="0" presId="urn:microsoft.com/office/officeart/2018/2/layout/IconVerticalSolidList"/>
    <dgm:cxn modelId="{1EBC48CC-6CF7-449A-AF20-F8749BC0FD1F}" type="presOf" srcId="{F71D169E-D481-456B-95EA-C9A4CC0C9F2A}" destId="{CE0FFC89-4F5C-4B8C-8985-5144023A49B3}" srcOrd="0" destOrd="0" presId="urn:microsoft.com/office/officeart/2018/2/layout/IconVerticalSolidList"/>
    <dgm:cxn modelId="{1E3043FC-B452-4459-9A7F-A7C63E9D49E8}" type="presOf" srcId="{699255E1-847B-40A9-89A6-4F992F7AEB64}" destId="{70C8F3F0-2F01-4CEC-A93C-A99DB249B1C3}" srcOrd="0" destOrd="0" presId="urn:microsoft.com/office/officeart/2018/2/layout/IconVerticalSolidList"/>
    <dgm:cxn modelId="{9F22A26E-7E44-43D3-8B0F-5AB1504D6CBB}" type="presParOf" srcId="{A071ABC6-1978-4AA0-838D-FBEF0CDCDF36}" destId="{91D9857B-1BA0-44C0-AC55-E8A2F375837F}" srcOrd="0" destOrd="0" presId="urn:microsoft.com/office/officeart/2018/2/layout/IconVerticalSolidList"/>
    <dgm:cxn modelId="{0BB16601-3316-4CAB-8A33-B9CFD2CF1391}" type="presParOf" srcId="{91D9857B-1BA0-44C0-AC55-E8A2F375837F}" destId="{9D78DABA-15CD-4B42-9F6B-64B0A249174A}" srcOrd="0" destOrd="0" presId="urn:microsoft.com/office/officeart/2018/2/layout/IconVerticalSolidList"/>
    <dgm:cxn modelId="{7BB23DCF-DC4D-4BD7-A442-F438A9B3031E}" type="presParOf" srcId="{91D9857B-1BA0-44C0-AC55-E8A2F375837F}" destId="{A75DB3F7-C635-4D55-910E-201D875FFA6A}" srcOrd="1" destOrd="0" presId="urn:microsoft.com/office/officeart/2018/2/layout/IconVerticalSolidList"/>
    <dgm:cxn modelId="{F21CCCDD-C176-4BC8-90F2-0EF0FD05C1E7}" type="presParOf" srcId="{91D9857B-1BA0-44C0-AC55-E8A2F375837F}" destId="{6211D421-B8B6-4B86-AF3B-1771E1B7E09A}" srcOrd="2" destOrd="0" presId="urn:microsoft.com/office/officeart/2018/2/layout/IconVerticalSolidList"/>
    <dgm:cxn modelId="{01F36773-9CE9-47D9-9237-A247FEC89D67}" type="presParOf" srcId="{91D9857B-1BA0-44C0-AC55-E8A2F375837F}" destId="{DEEFEE05-AF2A-4D51-9A1E-77CFA48C7608}" srcOrd="3" destOrd="0" presId="urn:microsoft.com/office/officeart/2018/2/layout/IconVerticalSolidList"/>
    <dgm:cxn modelId="{92E875C8-3A76-4156-9227-0902F603E0D5}" type="presParOf" srcId="{91D9857B-1BA0-44C0-AC55-E8A2F375837F}" destId="{70C8F3F0-2F01-4CEC-A93C-A99DB249B1C3}" srcOrd="4" destOrd="0" presId="urn:microsoft.com/office/officeart/2018/2/layout/IconVerticalSolidList"/>
    <dgm:cxn modelId="{9ABAA07C-D090-436F-A484-6082BA1AA4EC}" type="presParOf" srcId="{A071ABC6-1978-4AA0-838D-FBEF0CDCDF36}" destId="{D7E3831F-B7DB-4386-8870-1578818F8460}" srcOrd="1" destOrd="0" presId="urn:microsoft.com/office/officeart/2018/2/layout/IconVerticalSolidList"/>
    <dgm:cxn modelId="{075567AF-7090-4C2E-BB31-04EA0C391E14}" type="presParOf" srcId="{A071ABC6-1978-4AA0-838D-FBEF0CDCDF36}" destId="{0B47ECB1-C6AF-4246-B45A-037A796B146B}" srcOrd="2" destOrd="0" presId="urn:microsoft.com/office/officeart/2018/2/layout/IconVerticalSolidList"/>
    <dgm:cxn modelId="{E1B68203-F7FD-4354-9979-CDAFC035291A}" type="presParOf" srcId="{0B47ECB1-C6AF-4246-B45A-037A796B146B}" destId="{C1AF136E-1CAF-4DC1-A753-A4E1696A9714}" srcOrd="0" destOrd="0" presId="urn:microsoft.com/office/officeart/2018/2/layout/IconVerticalSolidList"/>
    <dgm:cxn modelId="{32065844-592C-4255-B8A6-B2CA051ECF80}" type="presParOf" srcId="{0B47ECB1-C6AF-4246-B45A-037A796B146B}" destId="{4A9B922E-ED6D-4508-B481-CFC022921281}" srcOrd="1" destOrd="0" presId="urn:microsoft.com/office/officeart/2018/2/layout/IconVerticalSolidList"/>
    <dgm:cxn modelId="{5D92C0FC-F859-4712-B54E-2FB80D110F1A}" type="presParOf" srcId="{0B47ECB1-C6AF-4246-B45A-037A796B146B}" destId="{B8654835-1435-4688-ABA2-606AB38C2CCA}" srcOrd="2" destOrd="0" presId="urn:microsoft.com/office/officeart/2018/2/layout/IconVerticalSolidList"/>
    <dgm:cxn modelId="{E5F0E3ED-CCE1-412F-8891-943A1DA3A7B2}" type="presParOf" srcId="{0B47ECB1-C6AF-4246-B45A-037A796B146B}" destId="{CE0FFC89-4F5C-4B8C-8985-5144023A49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D945B-26C2-48A7-90A9-5C4656305DDB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04092-5AB2-49E5-B633-0AF343719D09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83FF2-8D94-4810-A552-FB6EB5A78342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Students are required to attend 100% classes of courses registered and </a:t>
          </a:r>
          <a:r>
            <a:rPr lang="en-US" sz="2500" b="1" kern="1200"/>
            <a:t>can not abstain from even a single class</a:t>
          </a:r>
          <a:r>
            <a:rPr lang="en-US" sz="2500" kern="1200"/>
            <a:t>.</a:t>
          </a:r>
        </a:p>
      </dsp:txBody>
      <dsp:txXfrm>
        <a:off x="1509882" y="708097"/>
        <a:ext cx="9005717" cy="1307257"/>
      </dsp:txXfrm>
    </dsp:sp>
    <dsp:sp modelId="{56579B86-774F-4B6D-9299-D407737D0C2F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F4C0A-9429-4605-8EA8-961D7ADB0C2F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2147A-1656-4E52-81FD-273DADA8AE65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For circumstances beyond their control, students must apply for leave on prescribed Leave Application form. </a:t>
          </a:r>
        </a:p>
      </dsp:txBody>
      <dsp:txXfrm>
        <a:off x="1509882" y="2342169"/>
        <a:ext cx="9005717" cy="1307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1179B-F179-4525-8181-8DC9D4E96791}">
      <dsp:nvSpPr>
        <dsp:cNvPr id="0" name=""/>
        <dsp:cNvSpPr/>
      </dsp:nvSpPr>
      <dsp:spPr>
        <a:xfrm>
          <a:off x="0" y="955306"/>
          <a:ext cx="63016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6C3C2E-D9FB-487C-997A-A64413B2032C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39B57-094C-4D1A-918D-19331CA1E975}">
      <dsp:nvSpPr>
        <dsp:cNvPr id="0" name=""/>
        <dsp:cNvSpPr/>
      </dsp:nvSpPr>
      <dsp:spPr>
        <a:xfrm>
          <a:off x="2037007" y="955306"/>
          <a:ext cx="2835720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3 announced quizzes</a:t>
          </a:r>
          <a:endParaRPr lang="en-US" sz="2500" kern="1200"/>
        </a:p>
      </dsp:txBody>
      <dsp:txXfrm>
        <a:off x="2037007" y="955306"/>
        <a:ext cx="2835720" cy="1763642"/>
      </dsp:txXfrm>
    </dsp:sp>
    <dsp:sp modelId="{E850E8C8-524F-4951-B5CC-701D72B0605C}">
      <dsp:nvSpPr>
        <dsp:cNvPr id="0" name=""/>
        <dsp:cNvSpPr/>
      </dsp:nvSpPr>
      <dsp:spPr>
        <a:xfrm>
          <a:off x="4872727" y="955306"/>
          <a:ext cx="142887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4</a:t>
          </a:r>
          <a:r>
            <a:rPr lang="en-GB" sz="1800" kern="1200" baseline="30000"/>
            <a:t>th</a:t>
          </a:r>
          <a:r>
            <a:rPr lang="en-GB" sz="1800" kern="1200"/>
            <a:t> week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7</a:t>
          </a:r>
          <a:r>
            <a:rPr lang="en-GB" sz="1800" kern="1200" baseline="30000"/>
            <a:t>th</a:t>
          </a:r>
          <a:r>
            <a:rPr lang="en-GB" sz="1800" kern="1200"/>
            <a:t> week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14</a:t>
          </a:r>
          <a:r>
            <a:rPr lang="en-GB" sz="1800" kern="1200" baseline="30000"/>
            <a:t>th</a:t>
          </a:r>
          <a:r>
            <a:rPr lang="en-GB" sz="1800" kern="1200"/>
            <a:t> week</a:t>
          </a:r>
          <a:endParaRPr lang="en-US" sz="1800" kern="1200"/>
        </a:p>
      </dsp:txBody>
      <dsp:txXfrm>
        <a:off x="4872727" y="955306"/>
        <a:ext cx="1428873" cy="1763642"/>
      </dsp:txXfrm>
    </dsp:sp>
    <dsp:sp modelId="{E6ED2405-B3A6-442A-8584-F3C067BF89CE}">
      <dsp:nvSpPr>
        <dsp:cNvPr id="0" name=""/>
        <dsp:cNvSpPr/>
      </dsp:nvSpPr>
      <dsp:spPr>
        <a:xfrm>
          <a:off x="0" y="3159859"/>
          <a:ext cx="63016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2F956-CDE6-432D-9372-319F761A186F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6F835-F642-4289-9860-81728A492F1C}">
      <dsp:nvSpPr>
        <dsp:cNvPr id="0" name=""/>
        <dsp:cNvSpPr/>
      </dsp:nvSpPr>
      <dsp:spPr>
        <a:xfrm>
          <a:off x="2037007" y="3159859"/>
          <a:ext cx="42645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2 unannounced quiz</a:t>
          </a:r>
          <a:endParaRPr lang="en-US" sz="2500" kern="1200"/>
        </a:p>
      </dsp:txBody>
      <dsp:txXfrm>
        <a:off x="2037007" y="3159859"/>
        <a:ext cx="4264593" cy="17636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3DDD7-92AF-490D-B7CB-2BD480BBE75D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7C08D-CCF8-491F-ADA4-34102BAD1DD2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40D5E-74EA-478E-AA16-84AE70D4AF44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Only 1 programming course out of approx. 40 courses</a:t>
          </a:r>
          <a:endParaRPr lang="en-US" sz="2200" kern="1200"/>
        </a:p>
      </dsp:txBody>
      <dsp:txXfrm>
        <a:off x="1428292" y="2439"/>
        <a:ext cx="4873308" cy="1236616"/>
      </dsp:txXfrm>
    </dsp:sp>
    <dsp:sp modelId="{4C047E22-AAAD-4C0D-BA92-948A0D6B1F87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F95C4-81DC-4FEE-9253-E225B7C67FB0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F2876-F086-4773-AEDA-E381E5A8F024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Core of core of computer science</a:t>
          </a:r>
          <a:br>
            <a:rPr lang="en-GB" sz="2200" kern="1200"/>
          </a:br>
          <a:endParaRPr lang="en-US" sz="2200" kern="1200"/>
        </a:p>
      </dsp:txBody>
      <dsp:txXfrm>
        <a:off x="1428292" y="1548210"/>
        <a:ext cx="4873308" cy="1236616"/>
      </dsp:txXfrm>
    </dsp:sp>
    <dsp:sp modelId="{A647FAA6-3901-4D92-A7D8-615F912591A9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7D30C-837E-4C02-86AF-EC6AE2C2FD65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BD5FE-9F50-4C5E-B91E-4EEBDE40E69B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Excellent Programming = Excellent chances of good job</a:t>
          </a:r>
          <a:endParaRPr lang="en-US" sz="2200" kern="1200"/>
        </a:p>
      </dsp:txBody>
      <dsp:txXfrm>
        <a:off x="1428292" y="3093981"/>
        <a:ext cx="4873308" cy="1236616"/>
      </dsp:txXfrm>
    </dsp:sp>
    <dsp:sp modelId="{AA0ACC05-115F-41B5-A20D-74FD546E436A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5BD2F-C898-4651-AF1E-0F6C9D818D3E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75E55-E062-44D0-8A5A-3CE4EB90E3CD}">
      <dsp:nvSpPr>
        <dsp:cNvPr id="0" name=""/>
        <dsp:cNvSpPr/>
      </dsp:nvSpPr>
      <dsp:spPr>
        <a:xfrm>
          <a:off x="1428292" y="4639752"/>
          <a:ext cx="2835720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Remember practice makes a person “perfect”. </a:t>
          </a:r>
          <a:endParaRPr lang="en-US" sz="2200" kern="1200"/>
        </a:p>
      </dsp:txBody>
      <dsp:txXfrm>
        <a:off x="1428292" y="4639752"/>
        <a:ext cx="2835720" cy="1236616"/>
      </dsp:txXfrm>
    </dsp:sp>
    <dsp:sp modelId="{A03F83B0-531F-480E-A534-760649F178DB}">
      <dsp:nvSpPr>
        <dsp:cNvPr id="0" name=""/>
        <dsp:cNvSpPr/>
      </dsp:nvSpPr>
      <dsp:spPr>
        <a:xfrm>
          <a:off x="4264012" y="4639752"/>
          <a:ext cx="203758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Same goes for programming.</a:t>
          </a:r>
          <a:endParaRPr lang="en-US" sz="1400" kern="1200"/>
        </a:p>
      </dsp:txBody>
      <dsp:txXfrm>
        <a:off x="4264012" y="4639752"/>
        <a:ext cx="2037588" cy="1236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8DABA-15CD-4B42-9F6B-64B0A249174A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5DB3F7-C635-4D55-910E-201D875FFA6A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FEE05-AF2A-4D51-9A1E-77CFA48C7608}">
      <dsp:nvSpPr>
        <dsp:cNvPr id="0" name=""/>
        <dsp:cNvSpPr/>
      </dsp:nvSpPr>
      <dsp:spPr>
        <a:xfrm>
          <a:off x="1507738" y="707092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Structure is a container, it can hold a bunch of </a:t>
          </a:r>
          <a:r>
            <a:rPr lang="en-US" sz="2500" i="1" kern="1200"/>
            <a:t>things</a:t>
          </a:r>
          <a:r>
            <a:rPr lang="en-US" sz="2500" kern="1200"/>
            <a:t>.</a:t>
          </a:r>
        </a:p>
      </dsp:txBody>
      <dsp:txXfrm>
        <a:off x="1507738" y="707092"/>
        <a:ext cx="4732020" cy="1305401"/>
      </dsp:txXfrm>
    </dsp:sp>
    <dsp:sp modelId="{70C8F3F0-2F01-4CEC-A93C-A99DB249B1C3}">
      <dsp:nvSpPr>
        <dsp:cNvPr id="0" name=""/>
        <dsp:cNvSpPr/>
      </dsp:nvSpPr>
      <dsp:spPr>
        <a:xfrm>
          <a:off x="6239758" y="707092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These things can be of any type.</a:t>
          </a:r>
        </a:p>
      </dsp:txBody>
      <dsp:txXfrm>
        <a:off x="6239758" y="707092"/>
        <a:ext cx="4275841" cy="1305401"/>
      </dsp:txXfrm>
    </dsp:sp>
    <dsp:sp modelId="{C1AF136E-1CAF-4DC1-A753-A4E1696A9714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9B922E-ED6D-4508-B481-CFC022921281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FFC89-4F5C-4B8C-8985-5144023A49B3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Structures are used to organize related data (variables) into a nice neat package.</a:t>
          </a:r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24A2E0-93CC-B848-8529-33604FB97D4E}" type="datetimeFigureOut">
              <a:rPr lang="en-PK" smtClean="0"/>
              <a:t>12/02/2024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17FBA-0293-CE47-A14F-01462A9DD7F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25638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Slide Image Placeholder 1">
            <a:extLst>
              <a:ext uri="{FF2B5EF4-FFF2-40B4-BE49-F238E27FC236}">
                <a16:creationId xmlns:a16="http://schemas.microsoft.com/office/drawing/2014/main" id="{90AE8BDC-9332-F828-8029-F2B7FA44D1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6" name="Notes Placeholder 2">
            <a:extLst>
              <a:ext uri="{FF2B5EF4-FFF2-40B4-BE49-F238E27FC236}">
                <a16:creationId xmlns:a16="http://schemas.microsoft.com/office/drawing/2014/main" id="{2602DEDB-CE44-84B1-1F49-57DC10925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7" name="Slide Number Placeholder 3">
            <a:extLst>
              <a:ext uri="{FF2B5EF4-FFF2-40B4-BE49-F238E27FC236}">
                <a16:creationId xmlns:a16="http://schemas.microsoft.com/office/drawing/2014/main" id="{C912F6C3-4E6B-10B2-C8FC-9D8FC0BFF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1D8078-12C8-994F-BA26-CC8CEB1E865E}" type="slidenum">
              <a:rPr lang="en-GB" altLang="en-US"/>
              <a:pPr>
                <a:spcBef>
                  <a:spcPct val="0"/>
                </a:spcBef>
              </a:pPr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Slide Image Placeholder 1">
            <a:extLst>
              <a:ext uri="{FF2B5EF4-FFF2-40B4-BE49-F238E27FC236}">
                <a16:creationId xmlns:a16="http://schemas.microsoft.com/office/drawing/2014/main" id="{7C7E9046-E2BE-380E-E25A-196D834CC0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Notes Placeholder 2">
            <a:extLst>
              <a:ext uri="{FF2B5EF4-FFF2-40B4-BE49-F238E27FC236}">
                <a16:creationId xmlns:a16="http://schemas.microsoft.com/office/drawing/2014/main" id="{DE20A916-24A8-9343-A55A-9C8FFD2F8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5" name="Slide Number Placeholder 3">
            <a:extLst>
              <a:ext uri="{FF2B5EF4-FFF2-40B4-BE49-F238E27FC236}">
                <a16:creationId xmlns:a16="http://schemas.microsoft.com/office/drawing/2014/main" id="{795EB88F-63B3-921F-0D2D-3FE9E6189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36364D-3426-234E-BB3F-657E157D063B}" type="slidenum">
              <a:rPr lang="en-GB" altLang="en-US"/>
              <a:pPr>
                <a:spcBef>
                  <a:spcPct val="0"/>
                </a:spcBef>
              </a:pPr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Image Placeholder 1">
            <a:extLst>
              <a:ext uri="{FF2B5EF4-FFF2-40B4-BE49-F238E27FC236}">
                <a16:creationId xmlns:a16="http://schemas.microsoft.com/office/drawing/2014/main" id="{27187860-D464-D3FD-8345-C91AAECCE9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Notes Placeholder 2">
            <a:extLst>
              <a:ext uri="{FF2B5EF4-FFF2-40B4-BE49-F238E27FC236}">
                <a16:creationId xmlns:a16="http://schemas.microsoft.com/office/drawing/2014/main" id="{E4413EC9-D564-5D7C-D9CD-900EEB2E1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0D463435-456F-960E-72CA-B506A64B9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7D7C04-3A6E-0E4D-A240-7E10D06A66B0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C269E0B7-7D22-3D02-F5B4-07973BF0D8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Notes Placeholder 2">
            <a:extLst>
              <a:ext uri="{FF2B5EF4-FFF2-40B4-BE49-F238E27FC236}">
                <a16:creationId xmlns:a16="http://schemas.microsoft.com/office/drawing/2014/main" id="{BD7DF92F-81EE-13A9-9072-9B4BEEB41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E8ED5687-60D4-2321-B959-A40E4C498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06542C-5D3D-C941-8508-1E0B307A4224}" type="slidenum">
              <a:rPr lang="en-GB" altLang="en-US"/>
              <a:pPr>
                <a:spcBef>
                  <a:spcPct val="0"/>
                </a:spcBef>
              </a:pPr>
              <a:t>8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FCF1-FB71-95CC-E2BC-F4E28D5CC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D1AA2-7661-8BC3-944B-6A6140992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BC70E-FE82-90FE-A08F-DC61F655C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014B4-5293-A871-286C-913B67A5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4FA5E-B0CC-FBAD-96B0-4D970C26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0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54B7-8DF5-901B-9C9D-09F3916A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76D17-BD09-2F67-1404-D67F8DBB9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D5C3B-330D-3223-49FE-1B69BF51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9A107-1C86-7F4C-DE2F-D88FBD13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4BB1-C82B-19E8-AFF1-40702DBC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6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A2F5-F114-3689-2A89-D753DC8AC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9D346-DF71-51F0-FA12-28185C8FD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2BDDD-B152-3935-FD52-C2628505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42668-A291-CAAF-7CC5-BD678BC8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4A626-3647-FA98-AF7C-AE3B856B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2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92A2-2061-4BF1-0C62-A5C9FFBD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413C3-76F1-CAD0-F3B3-30F62B9FA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4494E-2784-3448-BD66-6BBA50655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E28E1-B790-7039-6907-49BFEAD5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67FEF-C891-9858-2024-E2608F6A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C5CE3-4FA5-1A26-42A3-7027A0DB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B5903-CC1B-AAF9-F920-00CAADA0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BF873-F857-6BE9-67BD-094BC103E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5ECDB-E89C-0B26-DACF-674DC140E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15036-9172-E753-9E51-0760B9076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5E3CE-C7BE-65EE-D01B-230F8F374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1FFF83-C1E9-FE9E-4220-A6051E9C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5DE0D8-FF3F-FB4D-7B9D-F2AA84D6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AB551-89E8-B9E3-C9B1-22D3B799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85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862D-9191-22EA-C864-4DE2CEFEA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041754-E580-08AD-FA5D-E7543402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FF448-D2BB-1CA7-A2A1-46DEBFC04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D1E48-4111-7224-8FC4-B09033B3F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9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0D6B6-3498-841C-9342-274446F47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35499-E3E1-CA2D-9CB2-64B4D00B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E8E64-C3D5-151A-E986-7B55D647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1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BE8E-B8F3-D995-524A-9D66A6B8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BA86D-8FF8-8E81-544C-8FCD872E8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35512-9F6A-B199-7065-731B3FF21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E8ACE-36A5-DAAA-0541-94F3AB55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23F12-359B-5FE0-64CF-1355B50F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1A8FE-A13D-7972-EDD6-5CF96196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91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1344-2670-A03B-202D-2CF863F3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B2965-37A0-E7A6-7C5E-7A8B0BC95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C69A5-8864-7C34-FE7E-7F3B8E776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534AE-DA90-40FC-EF68-6C51F7EA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A7FFD-422E-F716-B172-85960FED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52992-CCE3-3DFA-8338-870B1DE5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1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C971-5608-90A9-2CE6-AB9277B30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31B81-AB76-8276-ADE7-797235D8E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44873-6F1D-91E1-AD34-21CA5DE7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2031D-13B7-0ADE-616A-D5167211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42F1-1E1B-AF82-5172-A2663F5A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6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0CF71-CC81-F9AD-E467-7562248DA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8CB1E-A6A9-8434-97DC-03B86FCB5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F063A-CF57-CFDE-FADF-06AF2531F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77479-ACD6-1549-7A60-7CD47F7A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8ED60-93E5-13B1-C59C-589C422F6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78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12192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1295400"/>
            <a:ext cx="5994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994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50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F5E144-C3EF-4A5A-7081-4C61F227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31306-4984-42FB-B1C6-4AE2B2041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B647C-90EF-FFDF-00E4-34951D1CE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33B09-2D3F-49A3-B1BB-5AA9D8E345C4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54A48-6694-D432-48B6-CEF96E454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EECCC-4E05-B2FE-3182-F667F8994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53182-25AF-4D67-B24F-FCF0A14A9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1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manizetextai.com/" TargetMode="External"/><Relationship Id="rId4" Type="http://schemas.openxmlformats.org/officeDocument/2006/relationships/hyperlink" Target="https://tecplace.net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said.nabi@giki.edu.pk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CS112: Object Oriented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n-US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By Engr. Said Nabi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6"/>
    </mc:Choice>
    <mc:Fallback xmlns="">
      <p:transition spd="slow" advTm="135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5123" descr="Person holding mouse">
            <a:extLst>
              <a:ext uri="{FF2B5EF4-FFF2-40B4-BE49-F238E27FC236}">
                <a16:creationId xmlns:a16="http://schemas.microsoft.com/office/drawing/2014/main" id="{8418E808-64EF-1175-63EB-2E6B5CB7DA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36" r="1246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5130" name="Rectangle 512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21" name="Rectangle 2">
            <a:extLst>
              <a:ext uri="{FF2B5EF4-FFF2-40B4-BE49-F238E27FC236}">
                <a16:creationId xmlns:a16="http://schemas.microsoft.com/office/drawing/2014/main" id="{36C48BC7-86FE-DB3F-FA3D-E541640D6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Instructor</a:t>
            </a:r>
          </a:p>
        </p:txBody>
      </p:sp>
      <p:sp>
        <p:nvSpPr>
          <p:cNvPr id="5122" name="Rectangle 3">
            <a:extLst>
              <a:ext uri="{FF2B5EF4-FFF2-40B4-BE49-F238E27FC236}">
                <a16:creationId xmlns:a16="http://schemas.microsoft.com/office/drawing/2014/main" id="{059F2D1C-D424-29ED-2161-E7232B9D0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sz="2000" b="1"/>
              <a:t>Email</a:t>
            </a:r>
            <a:r>
              <a:rPr lang="en-US" altLang="en-US" sz="2000"/>
              <a:t>: said.nabi@giki.edu.pk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Webpages: </a:t>
            </a:r>
            <a:r>
              <a:rPr lang="en-US" altLang="en-US" sz="2000">
                <a:hlinkClick r:id="rId4"/>
              </a:rPr>
              <a:t>https://tecplace.net/</a:t>
            </a:r>
            <a:r>
              <a:rPr lang="en-US" altLang="en-US" sz="2000"/>
              <a:t> </a:t>
            </a:r>
            <a:r>
              <a:rPr lang="en-US" altLang="en-US" sz="2000">
                <a:hlinkClick r:id="rId5"/>
              </a:rPr>
              <a:t>https://humanizetextai.com/</a:t>
            </a:r>
            <a:r>
              <a:rPr lang="en-US" altLang="en-US" sz="2000"/>
              <a:t> 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Office: NAB 2</a:t>
            </a:r>
            <a:r>
              <a:rPr lang="en-US" altLang="en-US" sz="2000" baseline="30000"/>
              <a:t>nd</a:t>
            </a:r>
            <a:r>
              <a:rPr lang="en-US" altLang="en-US" sz="2000"/>
              <a:t> Floor, S22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Telephone Extension: 2154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Office Hours: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	Monday/Thursday		9:00 AM - 4:00 PM</a:t>
            </a:r>
          </a:p>
          <a:p>
            <a:pPr eaLnBrk="1" hangingPunct="1">
              <a:buFontTx/>
              <a:buNone/>
            </a:pPr>
            <a:endParaRPr lang="en-US" altLang="en-US" sz="2000"/>
          </a:p>
          <a:p>
            <a:pPr eaLnBrk="1" hangingPunct="1">
              <a:buFontTx/>
              <a:buNone/>
            </a:pPr>
            <a:endParaRPr lang="en-US" altLang="en-US" sz="2000"/>
          </a:p>
          <a:p>
            <a:pPr eaLnBrk="1" hangingPunct="1">
              <a:buFontTx/>
              <a:buNone/>
            </a:pPr>
            <a:endParaRPr lang="en-US" altLang="en-US" sz="2000"/>
          </a:p>
          <a:p>
            <a:pPr eaLnBrk="1" hangingPunct="1"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6" name="Rectangle 717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7171" descr="Question mark on green pastel background">
            <a:extLst>
              <a:ext uri="{FF2B5EF4-FFF2-40B4-BE49-F238E27FC236}">
                <a16:creationId xmlns:a16="http://schemas.microsoft.com/office/drawing/2014/main" id="{789DB0B2-B8EB-6378-A840-3DAE4DE9A0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36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7178" name="Rectangle 717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69" name="Rectangle 2">
            <a:extLst>
              <a:ext uri="{FF2B5EF4-FFF2-40B4-BE49-F238E27FC236}">
                <a16:creationId xmlns:a16="http://schemas.microsoft.com/office/drawing/2014/main" id="{A79E3C4F-9107-AC15-9996-C17146D27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Course TA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1E5237E4-C61B-5E3C-E201-1AF39FFC6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000" dirty="0"/>
              <a:t>Yet to be decide 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Never hesitate to contact </a:t>
            </a:r>
            <a:r>
              <a:rPr lang="en-GB" altLang="en-US" sz="2000" dirty="0"/>
              <a:t>TA </a:t>
            </a:r>
            <a:r>
              <a:rPr lang="en-US" altLang="en-US" sz="2000" dirty="0"/>
              <a:t>or me whenever you have some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9228" name="Freeform: Shape 9227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29" name="Freeform: Shape 9228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30" name="Freeform: Shape 9229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31" name="Freeform: Shape 9230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32" name="Freeform: Shape 9231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217" name="Rectangle 2">
            <a:extLst>
              <a:ext uri="{FF2B5EF4-FFF2-40B4-BE49-F238E27FC236}">
                <a16:creationId xmlns:a16="http://schemas.microsoft.com/office/drawing/2014/main" id="{C4E88AEB-821E-FD31-EE0A-63DC51D65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>
                <a:solidFill>
                  <a:schemeClr val="tx2"/>
                </a:solidFill>
              </a:rPr>
              <a:t>Some Rules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EC82BEBF-91E4-055D-DD6E-75CE7E50B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1800">
                <a:solidFill>
                  <a:schemeClr val="tx2"/>
                </a:solidFill>
              </a:rPr>
              <a:t>There is only one rule that will make the rest of the rules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Raise  your hand before asking any question and then WAIT for the permission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Never ever miss a class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Never ever “sleep” in the class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Never even think to use mobile phones in the class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Always communicate in the official communication language</a:t>
            </a:r>
          </a:p>
          <a:p>
            <a:pPr lvl="1" eaLnBrk="1" hangingPunct="1"/>
            <a:endParaRPr lang="en-US" altLang="en-US" sz="18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2" name="Rectangle 1127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5" name="Title 1">
            <a:extLst>
              <a:ext uri="{FF2B5EF4-FFF2-40B4-BE49-F238E27FC236}">
                <a16:creationId xmlns:a16="http://schemas.microsoft.com/office/drawing/2014/main" id="{D2352CBC-5DB5-AF91-70B6-5D3E8AB8B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altLang="en-US"/>
              <a:t>Attendance</a:t>
            </a:r>
          </a:p>
        </p:txBody>
      </p:sp>
      <p:sp>
        <p:nvSpPr>
          <p:cNvPr id="11274" name="Rectangle 1127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276" name="Rectangle 1127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1268" name="Content Placeholder 2">
            <a:extLst>
              <a:ext uri="{FF2B5EF4-FFF2-40B4-BE49-F238E27FC236}">
                <a16:creationId xmlns:a16="http://schemas.microsoft.com/office/drawing/2014/main" id="{11C30513-247A-2BB1-AAA2-8D27F48436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034582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 hidden="1">
            <a:extLst>
              <a:ext uri="{FF2B5EF4-FFF2-40B4-BE49-F238E27FC236}">
                <a16:creationId xmlns:a16="http://schemas.microsoft.com/office/drawing/2014/main" id="{EF2283E4-7E18-D710-652A-1F272BB9A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3600"/>
              <a:t>Class Rules [1/2]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78196CC-DF7D-950D-09FD-0BDBB9F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732549-EAC4-B592-A331-D0CC2684555A}"/>
              </a:ext>
            </a:extLst>
          </p:cNvPr>
          <p:cNvSpPr/>
          <p:nvPr/>
        </p:nvSpPr>
        <p:spPr>
          <a:xfrm>
            <a:off x="9890126" y="0"/>
            <a:ext cx="777875" cy="685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PK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 hidden="1">
            <a:extLst>
              <a:ext uri="{FF2B5EF4-FFF2-40B4-BE49-F238E27FC236}">
                <a16:creationId xmlns:a16="http://schemas.microsoft.com/office/drawing/2014/main" id="{D3C3EE2A-3A1A-F5C4-9549-FBB51E7D0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3600"/>
              <a:t>Class Rules [2/2]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3BCADF0-53A5-DCF8-0DAA-FD2C63FCA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E912F0-6547-1B7C-7C25-59EAD712AB0C}"/>
              </a:ext>
            </a:extLst>
          </p:cNvPr>
          <p:cNvSpPr/>
          <p:nvPr/>
        </p:nvSpPr>
        <p:spPr>
          <a:xfrm>
            <a:off x="9890126" y="0"/>
            <a:ext cx="777875" cy="6858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PK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87" name="Rectangle 2048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483" name="Picture 20482" descr="Writing an appointment on a paper agenda">
            <a:extLst>
              <a:ext uri="{FF2B5EF4-FFF2-40B4-BE49-F238E27FC236}">
                <a16:creationId xmlns:a16="http://schemas.microsoft.com/office/drawing/2014/main" id="{E7BE4575-238D-089A-FCE8-DD1D3E3CE7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82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0489" name="Rectangle 2048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81" name="Rectangle 2">
            <a:extLst>
              <a:ext uri="{FF2B5EF4-FFF2-40B4-BE49-F238E27FC236}">
                <a16:creationId xmlns:a16="http://schemas.microsoft.com/office/drawing/2014/main" id="{B6DE58C4-8251-75D6-8952-EC2A01A09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Course Execution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F2C9517-A44D-71FB-A087-E4FFEC9C95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1900"/>
              <a:t>3 lectures of one hour every week</a:t>
            </a:r>
          </a:p>
          <a:p>
            <a:pPr eaLnBrk="1" hangingPunct="1">
              <a:defRPr/>
            </a:pPr>
            <a:endParaRPr lang="en-US" altLang="en-US" sz="1900"/>
          </a:p>
          <a:p>
            <a:pPr eaLnBrk="1" hangingPunct="1">
              <a:defRPr/>
            </a:pPr>
            <a:r>
              <a:rPr lang="en-US" altLang="en-US" sz="1900"/>
              <a:t>1 lab of three hours every week, CS112L</a:t>
            </a:r>
          </a:p>
          <a:p>
            <a:pPr eaLnBrk="1" hangingPunct="1">
              <a:defRPr/>
            </a:pPr>
            <a:endParaRPr lang="en-US" altLang="en-US" sz="1900"/>
          </a:p>
          <a:p>
            <a:pPr marL="0" indent="0">
              <a:buNone/>
              <a:defRPr/>
            </a:pPr>
            <a:endParaRPr lang="en-US" altLang="en-US" sz="1900" b="1"/>
          </a:p>
          <a:p>
            <a:pPr eaLnBrk="1" hangingPunct="1">
              <a:defRPr/>
            </a:pPr>
            <a:r>
              <a:rPr lang="en-US" altLang="en-US" sz="1900" b="1"/>
              <a:t>Mind it: Lecture scheduling is to be done by the Dir. (A&amp;E). Please avoid visiting me for any clashes</a:t>
            </a:r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35" name="Rectangle 2253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29" name="Title 1">
            <a:extLst>
              <a:ext uri="{FF2B5EF4-FFF2-40B4-BE49-F238E27FC236}">
                <a16:creationId xmlns:a16="http://schemas.microsoft.com/office/drawing/2014/main" id="{B37252F1-9398-6B37-F333-A3BEFD0A6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/>
              <a:t>Notes</a:t>
            </a:r>
          </a:p>
        </p:txBody>
      </p:sp>
      <p:sp>
        <p:nvSpPr>
          <p:cNvPr id="2253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FCF0BFE3-7B16-597E-3952-DD07D4A50D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2200"/>
              <a:t>Course contents and their order may be slightly modified during the course execution.</a:t>
            </a:r>
          </a:p>
          <a:p>
            <a:r>
              <a:rPr lang="en-US" altLang="en-US" sz="2200"/>
              <a:t>No make up for missed quizzes or assignments/homeworks</a:t>
            </a:r>
          </a:p>
          <a:p>
            <a:r>
              <a:rPr lang="en-US" altLang="en-US" sz="2200" b="1"/>
              <a:t>Deadline for assignments and projects are always final.</a:t>
            </a:r>
          </a:p>
          <a:p>
            <a:r>
              <a:rPr lang="en-US" altLang="en-US" sz="2200" b="1"/>
              <a:t>Quizzes may be announced or un-announced</a:t>
            </a:r>
          </a:p>
          <a:p>
            <a:r>
              <a:rPr lang="en-US" altLang="en-US" sz="2200" b="1"/>
              <a:t>Serious action will be taken for any kind of cheating</a:t>
            </a:r>
          </a:p>
          <a:p>
            <a:r>
              <a:rPr lang="en-US" altLang="en-US" sz="2200" b="1"/>
              <a:t>VS Code will be used for console programming</a:t>
            </a:r>
          </a:p>
          <a:p>
            <a:r>
              <a:rPr lang="en-US" altLang="en-US" sz="2200"/>
              <a:t>Visual Studio.Net (version yet to decide) will be used for GUI</a:t>
            </a:r>
          </a:p>
          <a:p>
            <a:r>
              <a:rPr lang="en-US" altLang="en-US" sz="2200" b="1"/>
              <a:t>All assignments and project will be on individual bases</a:t>
            </a:r>
          </a:p>
          <a:p>
            <a:r>
              <a:rPr lang="en-US" altLang="en-US" sz="2200" b="1"/>
              <a:t>Same number of quizzes and assignment will be in lab as in course</a:t>
            </a:r>
          </a:p>
          <a:p>
            <a:r>
              <a:rPr lang="en-US" altLang="en-US" sz="2200"/>
              <a:t>Mid and Final exam of lab will be conducted on compiler</a:t>
            </a:r>
          </a:p>
          <a:p>
            <a:endParaRPr lang="en-US" altLang="en-US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08D317-7CBD-4897-BD1F-959436D2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64" y="834888"/>
            <a:ext cx="4314645" cy="1268958"/>
          </a:xfrm>
        </p:spPr>
        <p:txBody>
          <a:bodyPr anchor="b">
            <a:normAutofit/>
          </a:bodyPr>
          <a:lstStyle/>
          <a:p>
            <a:r>
              <a:rPr lang="en-US" sz="3200"/>
              <a:t>Course book</a:t>
            </a:r>
          </a:p>
        </p:txBody>
      </p:sp>
      <p:pic>
        <p:nvPicPr>
          <p:cNvPr id="5" name="Picture 4" descr="Open book">
            <a:extLst>
              <a:ext uri="{FF2B5EF4-FFF2-40B4-BE49-F238E27FC236}">
                <a16:creationId xmlns:a16="http://schemas.microsoft.com/office/drawing/2014/main" id="{15F70C8C-2E77-E4F7-416F-6C592A7241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56" r="17961" b="-1"/>
          <a:stretch/>
        </p:blipFill>
        <p:spPr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F3CA65-EA00-46B4-9616-39E6853F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6172" y="2240371"/>
            <a:ext cx="42062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5563" y="2557587"/>
            <a:ext cx="4314645" cy="3717317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en-US" sz="1800"/>
              <a:t>Text-book</a:t>
            </a:r>
          </a:p>
          <a:p>
            <a:pPr lvl="1">
              <a:defRPr/>
            </a:pPr>
            <a:r>
              <a:rPr lang="en-US" sz="1800"/>
              <a:t>Object-Oriented Programming in C++, 4</a:t>
            </a:r>
            <a:r>
              <a:rPr lang="en-US" sz="1800" baseline="30000"/>
              <a:t>th</a:t>
            </a:r>
            <a:r>
              <a:rPr lang="en-US" sz="1800"/>
              <a:t> edition, Robert Lafore</a:t>
            </a:r>
          </a:p>
          <a:p>
            <a:pPr lvl="1">
              <a:defRPr/>
            </a:pPr>
            <a:endParaRPr lang="en-US" sz="1800"/>
          </a:p>
          <a:p>
            <a:pPr>
              <a:defRPr/>
            </a:pPr>
            <a:r>
              <a:rPr lang="en-US" sz="1800"/>
              <a:t>Reference books</a:t>
            </a:r>
          </a:p>
          <a:p>
            <a:pPr lvl="1">
              <a:defRPr/>
            </a:pPr>
            <a:r>
              <a:rPr lang="en-US" sz="1800"/>
              <a:t>C++ How to program by Deitel and Deitel </a:t>
            </a:r>
          </a:p>
          <a:p>
            <a:pPr lvl="1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106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D558F1-0D5A-6D05-E611-9C5D4785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chemeClr val="bg1"/>
                </a:solidFill>
              </a:rPr>
              <a:t>Quizzes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A233DD-8AC6-F379-28AA-6379D0F7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fld id="{8D8E6644-0E49-465F-A776-47058F1591F0}" type="slidenum">
              <a:rPr lang="en-US">
                <a:solidFill>
                  <a:schemeClr val="tx1"/>
                </a:solidFill>
                <a:latin typeface="Franklin Gothic Book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11</a:t>
            </a:fld>
            <a:endParaRPr lang="en-US">
              <a:solidFill>
                <a:schemeClr val="tx1"/>
              </a:solidFill>
              <a:latin typeface="Franklin Gothic Book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CF1ED54-3F63-B6B3-0B88-F471E892916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3175447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220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BEA6-5416-E53A-D807-D1400D01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741391"/>
            <a:ext cx="5479719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13374-DD51-F279-FD1F-830690223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479719" cy="3447832"/>
          </a:xfrm>
        </p:spPr>
        <p:txBody>
          <a:bodyPr anchor="t">
            <a:normAutofit/>
          </a:bodyPr>
          <a:lstStyle/>
          <a:p>
            <a:r>
              <a:rPr lang="en-GB" sz="2000"/>
              <a:t>Assignments will be assigned on:</a:t>
            </a:r>
          </a:p>
          <a:p>
            <a:pPr lvl="2"/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week</a:t>
            </a:r>
          </a:p>
          <a:p>
            <a:pPr lvl="2"/>
            <a:r>
              <a:rPr lang="en-GB" dirty="0"/>
              <a:t>6</a:t>
            </a:r>
            <a:r>
              <a:rPr lang="en-GB" baseline="30000" dirty="0"/>
              <a:t>th</a:t>
            </a:r>
            <a:r>
              <a:rPr lang="en-GB" dirty="0"/>
              <a:t> week</a:t>
            </a:r>
          </a:p>
          <a:p>
            <a:pPr lvl="2"/>
            <a:r>
              <a:rPr lang="en-GB" dirty="0"/>
              <a:t>9</a:t>
            </a:r>
            <a:r>
              <a:rPr lang="en-GB" baseline="30000" dirty="0"/>
              <a:t>th</a:t>
            </a:r>
            <a:r>
              <a:rPr lang="en-GB" dirty="0"/>
              <a:t> week</a:t>
            </a:r>
          </a:p>
          <a:p>
            <a:pPr lvl="2"/>
            <a:r>
              <a:rPr lang="en-GB" dirty="0"/>
              <a:t>11</a:t>
            </a:r>
            <a:r>
              <a:rPr lang="en-GB" baseline="30000" dirty="0"/>
              <a:t>th</a:t>
            </a:r>
            <a:r>
              <a:rPr lang="en-GB" dirty="0"/>
              <a:t> week</a:t>
            </a:r>
          </a:p>
          <a:p>
            <a:pPr lvl="2"/>
            <a:r>
              <a:rPr lang="en-GB" dirty="0"/>
              <a:t>13</a:t>
            </a:r>
            <a:r>
              <a:rPr lang="en-GB" baseline="30000" dirty="0"/>
              <a:t>th</a:t>
            </a:r>
            <a:r>
              <a:rPr lang="en-GB" dirty="0"/>
              <a:t> week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Calendar on table">
            <a:extLst>
              <a:ext uri="{FF2B5EF4-FFF2-40B4-BE49-F238E27FC236}">
                <a16:creationId xmlns:a16="http://schemas.microsoft.com/office/drawing/2014/main" id="{41C9CB2F-A9BD-8D28-E7C1-3903F9FAB6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67" r="43134" b="-1"/>
          <a:stretch/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0518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A342B-E8A8-4637-EA4F-8B9218AF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Tentative</a:t>
            </a:r>
            <a:r>
              <a:rPr lang="en-US" alt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Evaluation Breakdown</a:t>
            </a:r>
            <a:endParaRPr lang="en-US" sz="40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4142C0-916C-44C0-0BE8-2C1EFE27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fld id="{8D8E6644-0E49-465F-A776-47058F1591F0}" type="slidenum">
              <a:rPr lang="en-US"/>
              <a:pPr fontAlgn="base">
                <a:spcBef>
                  <a:spcPct val="0"/>
                </a:spcBef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64930DF2-0F77-F689-CB74-74664BACED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7166002"/>
              </p:ext>
            </p:extLst>
          </p:nvPr>
        </p:nvGraphicFramePr>
        <p:xfrm>
          <a:off x="347064" y="1975104"/>
          <a:ext cx="4128573" cy="3822192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228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32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u="none" strike="noStrike"/>
                        <a:t>Assignments (5)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300" u="none" strike="noStrike"/>
                        <a:t>10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2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u="none" strike="noStrike"/>
                        <a:t>Quizzes (5)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300" u="none" strike="noStrike"/>
                        <a:t>10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2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u="none" strike="noStrike"/>
                        <a:t>Term Project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300" u="none" strike="noStrike"/>
                        <a:t>10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u="none" strike="noStrike"/>
                        <a:t>Midterm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300" u="none" strike="noStrike"/>
                        <a:t>30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2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u="none" strike="noStrike"/>
                        <a:t>Final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300" u="none" strike="noStrike"/>
                        <a:t>40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61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u="none" strike="noStrike"/>
                        <a:t>Total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3300" u="none" strike="noStrike"/>
                    </a:p>
                    <a:p>
                      <a:pPr algn="ctr" fontAlgn="t"/>
                      <a:r>
                        <a:rPr lang="en-US" sz="3300" u="none" strike="noStrike"/>
                        <a:t>100</a:t>
                      </a:r>
                      <a:endParaRPr lang="en-US" sz="3300" b="0" i="0" u="none" strike="noStrike">
                        <a:latin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549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17" name="Rectangle 25607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619" name="Rectangle 2560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601" name="Rectangle 2">
            <a:extLst>
              <a:ext uri="{FF2B5EF4-FFF2-40B4-BE49-F238E27FC236}">
                <a16:creationId xmlns:a16="http://schemas.microsoft.com/office/drawing/2014/main" id="{B2886632-1D6D-580E-802E-353640E5B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grpSp>
        <p:nvGrpSpPr>
          <p:cNvPr id="2563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5613" name="Freeform: Shape 25612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635" name="Freeform: Shape 25613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616" name="Oval 25615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618" name="Oval 25617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5620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621" name="Freeform: Shape 25620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22" name="Freeform: Shape 25621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23" name="Freeform: Shape 25622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24" name="Freeform: Shape 25623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25" name="Freeform: Shape 25624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26" name="Freeform: Shape 25625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27" name="Freeform: Shape 25626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28" name="Freeform: Shape 25627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29" name="Freeform: Shape 25628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30" name="Freeform: Shape 25629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31" name="Freeform: Shape 25630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32" name="Freeform: Shape 25631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33" name="Freeform: Shape 25632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5636" name="Rectangle 3">
            <a:extLst>
              <a:ext uri="{FF2B5EF4-FFF2-40B4-BE49-F238E27FC236}">
                <a16:creationId xmlns:a16="http://schemas.microsoft.com/office/drawing/2014/main" id="{D0141067-77FA-3405-9200-C392A074F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607833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Aim of the course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FFC322D-0144-461C-7A35-2FB3455F7A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92" r="50164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This course provides  </a:t>
            </a:r>
          </a:p>
          <a:p>
            <a:pPr lvl="1"/>
            <a:r>
              <a:rPr lang="en-US" sz="2200"/>
              <a:t>motivation of object-oriented programming language</a:t>
            </a:r>
          </a:p>
          <a:p>
            <a:pPr lvl="1"/>
            <a:r>
              <a:rPr lang="en-US" sz="2200"/>
              <a:t>in depth knowledge of the various concepts of object-oriented programming and its implementation in C++</a:t>
            </a:r>
          </a:p>
        </p:txBody>
      </p:sp>
    </p:spTree>
    <p:extLst>
      <p:ext uri="{BB962C8B-B14F-4D97-AF65-F5344CB8AC3E}">
        <p14:creationId xmlns:p14="http://schemas.microsoft.com/office/powerpoint/2010/main" val="51600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Course outline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379041"/>
              </p:ext>
            </p:extLst>
          </p:nvPr>
        </p:nvGraphicFramePr>
        <p:xfrm>
          <a:off x="4905052" y="1056052"/>
          <a:ext cx="6666833" cy="48426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66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39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Structures, Unions and Enumerations, Classes, Objects, Member functions, Objects as data types, Constructors and destructors, Overloaded constructor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4958" marR="54958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9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The default copy constructor, Returning objects from functions, objects and memory, Static class data, Constant member functions, Constant objects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4958" marR="54958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48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 Base classes and derived classes, Derived class constructors, Overloading member functions, Scope resolution, Abstract classes, Public and private inheritance, Levels of inheritance, Multiple inheritance, Polymorphism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4958" marR="54958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9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Pointers to objects, Virtual functions, Abstract classes and pure virtual functions, Virtual destructors, Virtual base classes, Friend functions and friend classes, Static functions, Dynamic type information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4958" marR="54958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Motivation for exception handling, Try-catch block, Throwing an exception, Catching multiple exceptions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4958" marR="54958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I/O Streams and files, Templates, Graphics, GUI programming, Standard Template Library (STL), OOP in Python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4958" marR="54958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086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37323019-0C44-F32D-C2D1-BECCDE719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Structure</a:t>
            </a:r>
          </a:p>
        </p:txBody>
      </p:sp>
      <p:graphicFrame>
        <p:nvGraphicFramePr>
          <p:cNvPr id="26628" name="Rectangle 3">
            <a:extLst>
              <a:ext uri="{FF2B5EF4-FFF2-40B4-BE49-F238E27FC236}">
                <a16:creationId xmlns:a16="http://schemas.microsoft.com/office/drawing/2014/main" id="{371FDA6B-C681-B948-CAB6-8425F40F1D3E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uestion mark against red wall">
            <a:extLst>
              <a:ext uri="{FF2B5EF4-FFF2-40B4-BE49-F238E27FC236}">
                <a16:creationId xmlns:a16="http://schemas.microsoft.com/office/drawing/2014/main" id="{742305A7-359E-7AA2-2E87-2A7A9573E7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96" r="1" b="1"/>
          <a:stretch/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en-US" sz="2000" dirty="0"/>
              <a:t>Any Questions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u="sng" dirty="0"/>
              <a:t>Contact information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	Engr. Said Nabi</a:t>
            </a:r>
          </a:p>
          <a:p>
            <a:pPr marL="0" indent="0" algn="ctr">
              <a:buNone/>
            </a:pPr>
            <a:r>
              <a:rPr lang="en-US" sz="2000" dirty="0"/>
              <a:t>	Academic Block 2</a:t>
            </a:r>
            <a:r>
              <a:rPr lang="en-US" sz="2000" baseline="30000" dirty="0"/>
              <a:t>nd</a:t>
            </a:r>
            <a:r>
              <a:rPr lang="en-US" sz="2000" dirty="0"/>
              <a:t> Floor, S-22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hlinkClick r:id="rId3"/>
              </a:rPr>
              <a:t>said.nabi@giki.edu.pk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113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706</Words>
  <Application>Microsoft Macintosh PowerPoint</Application>
  <PresentationFormat>Widescreen</PresentationFormat>
  <Paragraphs>113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Book Antiqua</vt:lpstr>
      <vt:lpstr>Calibri</vt:lpstr>
      <vt:lpstr>Calibri Light</vt:lpstr>
      <vt:lpstr>Franklin Gothic Book</vt:lpstr>
      <vt:lpstr>Office Theme</vt:lpstr>
      <vt:lpstr>CS112: Object Oriented Programming</vt:lpstr>
      <vt:lpstr>Instructor</vt:lpstr>
      <vt:lpstr>Course TA</vt:lpstr>
      <vt:lpstr>Some Rules</vt:lpstr>
      <vt:lpstr>Attendance</vt:lpstr>
      <vt:lpstr>Class Rules [1/2]</vt:lpstr>
      <vt:lpstr>Class Rules [2/2]</vt:lpstr>
      <vt:lpstr>Course Execution </vt:lpstr>
      <vt:lpstr>Notes</vt:lpstr>
      <vt:lpstr>Course book</vt:lpstr>
      <vt:lpstr>Quizzes</vt:lpstr>
      <vt:lpstr>Assignments</vt:lpstr>
      <vt:lpstr>Tentative Evaluation Breakdown</vt:lpstr>
      <vt:lpstr>Motivation</vt:lpstr>
      <vt:lpstr>Aim of the course</vt:lpstr>
      <vt:lpstr>Course outline</vt:lpstr>
      <vt:lpstr>Structure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CS112: Object Oriented Programming</dc:title>
  <dc:creator>Саид Мухаммад Салман</dc:creator>
  <cp:lastModifiedBy>Said Nabi Lecturer FCSE</cp:lastModifiedBy>
  <cp:revision>8</cp:revision>
  <dcterms:created xsi:type="dcterms:W3CDTF">2023-01-24T17:46:58Z</dcterms:created>
  <dcterms:modified xsi:type="dcterms:W3CDTF">2024-02-12T11:16:04Z</dcterms:modified>
</cp:coreProperties>
</file>